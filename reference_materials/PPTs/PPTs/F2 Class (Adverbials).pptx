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2"/>
  </p:sldMasterIdLst>
  <p:notesMasterIdLst>
    <p:notesMasterId r:id="rId20"/>
  </p:notesMasterIdLst>
  <p:handoutMasterIdLst>
    <p:handoutMasterId r:id="rId21"/>
  </p:handoutMasterIdLst>
  <p:sldIdLst>
    <p:sldId id="270" r:id="rId3"/>
    <p:sldId id="514" r:id="rId4"/>
    <p:sldId id="548" r:id="rId5"/>
    <p:sldId id="549" r:id="rId6"/>
    <p:sldId id="550" r:id="rId7"/>
    <p:sldId id="540" r:id="rId8"/>
    <p:sldId id="552" r:id="rId9"/>
    <p:sldId id="521" r:id="rId10"/>
    <p:sldId id="542" r:id="rId11"/>
    <p:sldId id="543" r:id="rId12"/>
    <p:sldId id="544" r:id="rId13"/>
    <p:sldId id="545" r:id="rId14"/>
    <p:sldId id="546" r:id="rId15"/>
    <p:sldId id="531" r:id="rId16"/>
    <p:sldId id="532" r:id="rId17"/>
    <p:sldId id="533" r:id="rId18"/>
    <p:sldId id="40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19041B-B147-4836-9F02-E343E5695F73}" v="6" dt="2025-11-17T21:28:53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 Haisley" userId="3527fb85-9a77-464b-9730-567c39492edf" providerId="ADAL" clId="{272ABA70-99AF-4D07-9C4F-70142277D982}"/>
    <pc:docChg chg="custSel delSld modSld">
      <pc:chgData name="Phillip Haisley" userId="3527fb85-9a77-464b-9730-567c39492edf" providerId="ADAL" clId="{272ABA70-99AF-4D07-9C4F-70142277D982}" dt="2025-11-17T21:30:07.374" v="479" actId="14"/>
      <pc:docMkLst>
        <pc:docMk/>
      </pc:docMkLst>
      <pc:sldChg chg="modSp mod">
        <pc:chgData name="Phillip Haisley" userId="3527fb85-9a77-464b-9730-567c39492edf" providerId="ADAL" clId="{272ABA70-99AF-4D07-9C4F-70142277D982}" dt="2025-11-17T21:07:23.286" v="10" actId="20577"/>
        <pc:sldMkLst>
          <pc:docMk/>
          <pc:sldMk cId="1349680833" sldId="514"/>
        </pc:sldMkLst>
        <pc:spChg chg="mod">
          <ac:chgData name="Phillip Haisley" userId="3527fb85-9a77-464b-9730-567c39492edf" providerId="ADAL" clId="{272ABA70-99AF-4D07-9C4F-70142277D982}" dt="2025-11-17T21:07:23.286" v="10" actId="20577"/>
          <ac:spMkLst>
            <pc:docMk/>
            <pc:sldMk cId="1349680833" sldId="514"/>
            <ac:spMk id="5" creationId="{00000000-0000-0000-0000-000000000000}"/>
          </ac:spMkLst>
        </pc:spChg>
      </pc:sldChg>
      <pc:sldChg chg="modSp mod">
        <pc:chgData name="Phillip Haisley" userId="3527fb85-9a77-464b-9730-567c39492edf" providerId="ADAL" clId="{272ABA70-99AF-4D07-9C4F-70142277D982}" dt="2025-11-17T21:28:46.093" v="435" actId="20578"/>
        <pc:sldMkLst>
          <pc:docMk/>
          <pc:sldMk cId="1799138809" sldId="521"/>
        </pc:sldMkLst>
        <pc:spChg chg="mod">
          <ac:chgData name="Phillip Haisley" userId="3527fb85-9a77-464b-9730-567c39492edf" providerId="ADAL" clId="{272ABA70-99AF-4D07-9C4F-70142277D982}" dt="2025-11-17T21:28:46.093" v="435" actId="20578"/>
          <ac:spMkLst>
            <pc:docMk/>
            <pc:sldMk cId="1799138809" sldId="521"/>
            <ac:spMk id="5" creationId="{00000000-0000-0000-0000-000000000000}"/>
          </ac:spMkLst>
        </pc:spChg>
      </pc:sldChg>
      <pc:sldChg chg="modSp mod">
        <pc:chgData name="Phillip Haisley" userId="3527fb85-9a77-464b-9730-567c39492edf" providerId="ADAL" clId="{272ABA70-99AF-4D07-9C4F-70142277D982}" dt="2025-11-17T21:29:05.648" v="451" actId="20577"/>
        <pc:sldMkLst>
          <pc:docMk/>
          <pc:sldMk cId="949623631" sldId="542"/>
        </pc:sldMkLst>
        <pc:spChg chg="mod">
          <ac:chgData name="Phillip Haisley" userId="3527fb85-9a77-464b-9730-567c39492edf" providerId="ADAL" clId="{272ABA70-99AF-4D07-9C4F-70142277D982}" dt="2025-11-17T21:29:05.648" v="451" actId="20577"/>
          <ac:spMkLst>
            <pc:docMk/>
            <pc:sldMk cId="949623631" sldId="542"/>
            <ac:spMk id="5" creationId="{1B48CBF2-E801-2205-CB99-20995328D51A}"/>
          </ac:spMkLst>
        </pc:spChg>
      </pc:sldChg>
      <pc:sldChg chg="modSp mod">
        <pc:chgData name="Phillip Haisley" userId="3527fb85-9a77-464b-9730-567c39492edf" providerId="ADAL" clId="{272ABA70-99AF-4D07-9C4F-70142277D982}" dt="2025-11-17T21:30:07.374" v="479" actId="14"/>
        <pc:sldMkLst>
          <pc:docMk/>
          <pc:sldMk cId="4157467687" sldId="548"/>
        </pc:sldMkLst>
        <pc:spChg chg="mod">
          <ac:chgData name="Phillip Haisley" userId="3527fb85-9a77-464b-9730-567c39492edf" providerId="ADAL" clId="{272ABA70-99AF-4D07-9C4F-70142277D982}" dt="2025-11-17T21:30:07.374" v="479" actId="14"/>
          <ac:spMkLst>
            <pc:docMk/>
            <pc:sldMk cId="4157467687" sldId="548"/>
            <ac:spMk id="5" creationId="{E64E2C72-28C8-BFAD-72B5-C40D6C64D136}"/>
          </ac:spMkLst>
        </pc:spChg>
      </pc:sldChg>
      <pc:sldChg chg="modSp mod">
        <pc:chgData name="Phillip Haisley" userId="3527fb85-9a77-464b-9730-567c39492edf" providerId="ADAL" clId="{272ABA70-99AF-4D07-9C4F-70142277D982}" dt="2025-11-17T21:08:14.406" v="95" actId="20577"/>
        <pc:sldMkLst>
          <pc:docMk/>
          <pc:sldMk cId="3558817886" sldId="549"/>
        </pc:sldMkLst>
        <pc:spChg chg="mod">
          <ac:chgData name="Phillip Haisley" userId="3527fb85-9a77-464b-9730-567c39492edf" providerId="ADAL" clId="{272ABA70-99AF-4D07-9C4F-70142277D982}" dt="2025-11-17T21:08:14.406" v="95" actId="20577"/>
          <ac:spMkLst>
            <pc:docMk/>
            <pc:sldMk cId="3558817886" sldId="549"/>
            <ac:spMk id="5" creationId="{D82BAAB1-B9E6-6E7F-F5EB-CBFFB7CEEE32}"/>
          </ac:spMkLst>
        </pc:spChg>
      </pc:sldChg>
      <pc:sldChg chg="modSp mod">
        <pc:chgData name="Phillip Haisley" userId="3527fb85-9a77-464b-9730-567c39492edf" providerId="ADAL" clId="{272ABA70-99AF-4D07-9C4F-70142277D982}" dt="2025-11-17T21:09:39.906" v="216" actId="15"/>
        <pc:sldMkLst>
          <pc:docMk/>
          <pc:sldMk cId="1425170323" sldId="550"/>
        </pc:sldMkLst>
        <pc:spChg chg="mod">
          <ac:chgData name="Phillip Haisley" userId="3527fb85-9a77-464b-9730-567c39492edf" providerId="ADAL" clId="{272ABA70-99AF-4D07-9C4F-70142277D982}" dt="2025-11-17T21:09:39.906" v="216" actId="15"/>
          <ac:spMkLst>
            <pc:docMk/>
            <pc:sldMk cId="1425170323" sldId="550"/>
            <ac:spMk id="5" creationId="{E43EE58C-A4A5-0A2F-3B33-EDEE725098AB}"/>
          </ac:spMkLst>
        </pc:spChg>
      </pc:sldChg>
      <pc:sldChg chg="del">
        <pc:chgData name="Phillip Haisley" userId="3527fb85-9a77-464b-9730-567c39492edf" providerId="ADAL" clId="{272ABA70-99AF-4D07-9C4F-70142277D982}" dt="2025-11-17T21:09:54.594" v="217" actId="2696"/>
        <pc:sldMkLst>
          <pc:docMk/>
          <pc:sldMk cId="1699379966" sldId="55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Quick Grade Check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Review Exam Answers Together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Brief Review of Adverbial Content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Adverbial Homework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 of Attack</a:t>
            </a:r>
          </a:p>
        </p:txBody>
      </p:sp>
    </p:spTree>
    <p:extLst>
      <p:ext uri="{BB962C8B-B14F-4D97-AF65-F5344CB8AC3E}">
        <p14:creationId xmlns:p14="http://schemas.microsoft.com/office/powerpoint/2010/main" val="134968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36130-389D-7B77-1F51-A5C665C7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4E2C72-28C8-BFAD-72B5-C40D6C64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110-100 (Amazing) – 7 Students 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High of 110 – 2 students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99-90 (Great) – 4 Students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89-80 (Very Good) – 3 students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79-70  (Acceptable) – 4 students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69 and Below (Needs Improvement) – 2 students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Low of 68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6C397E-2A5E-FBBF-AA41-924D54EE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and Grades</a:t>
            </a:r>
          </a:p>
        </p:txBody>
      </p:sp>
    </p:spTree>
    <p:extLst>
      <p:ext uri="{BB962C8B-B14F-4D97-AF65-F5344CB8AC3E}">
        <p14:creationId xmlns:p14="http://schemas.microsoft.com/office/powerpoint/2010/main" val="415746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F3A8-FDCC-2B76-FA6D-904F18B7B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2BAAB1-B9E6-6E7F-F5EB-CBFFB7CEE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Points Remaining (380 pts)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Exam Four – 100 pts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Application Paper – 200 pts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Two Quizzes – 40 pts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Four </a:t>
            </a:r>
            <a:r>
              <a:rPr lang="en-US" dirty="0" err="1">
                <a:highlight>
                  <a:srgbClr val="F2F2F2"/>
                </a:highlight>
                <a:latin typeface="Arial" panose="020B0604020202020204" pitchFamily="34" charset="0"/>
              </a:rPr>
              <a:t>Homeworks</a:t>
            </a: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 – 40 pts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highlight>
                <a:srgbClr val="F2F2F2"/>
              </a:highlight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C731CE-6E42-A785-0580-49E2A6A9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and Grades</a:t>
            </a:r>
          </a:p>
        </p:txBody>
      </p:sp>
    </p:spTree>
    <p:extLst>
      <p:ext uri="{BB962C8B-B14F-4D97-AF65-F5344CB8AC3E}">
        <p14:creationId xmlns:p14="http://schemas.microsoft.com/office/powerpoint/2010/main" val="355881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08E8-57D1-7DC1-2CEB-64049BD03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EE58C-A4A5-0A2F-3B33-EDEE72509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Grade Calculation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Final Score of 940 needed for an A</a:t>
            </a:r>
          </a:p>
          <a:p>
            <a:pPr marL="53975" lvl="1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highlight>
                  <a:srgbClr val="F2F2F2"/>
                </a:highlight>
                <a:latin typeface="Arial" panose="020B0604020202020204" pitchFamily="34" charset="0"/>
              </a:rPr>
              <a:t>Estimates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650 points or higher = On track for an A!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600-650 = A is likely but do well and keep track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Below 600 = A is in reach with work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Consider some bonus, Aim to improve on Exam 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96AD5B-FB63-3684-672E-3D5BBC78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and Grades</a:t>
            </a:r>
          </a:p>
        </p:txBody>
      </p:sp>
    </p:spTree>
    <p:extLst>
      <p:ext uri="{BB962C8B-B14F-4D97-AF65-F5344CB8AC3E}">
        <p14:creationId xmlns:p14="http://schemas.microsoft.com/office/powerpoint/2010/main" val="142517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 lnSpcReduction="100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Familiar Adverbials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Adverb Phrases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Quite suddenly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he arose from the bed.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She practices the violin </a:t>
            </a:r>
            <a:r>
              <a:rPr lang="en-US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rather ritualistically</a:t>
            </a: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Prepositional Phrases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In the morning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I will journey to school.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Juliet collapsed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near Romeo’s body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Dependent Clauses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As I was wandering</a:t>
            </a: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, I spied a unicorn.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feel free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because I quit my job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80611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8885E-FB28-48D3-B091-6AEE90BC2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114AF1-C789-725E-29F7-5AACA6594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 lnSpcReduction="100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New Adverbials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Noun Phrases as Adverbials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Tomorrow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I will go to school.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I get grumpy </a:t>
            </a:r>
            <a:r>
              <a:rPr lang="en-US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every Monday</a:t>
            </a: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Verb Phrases (Infinitives) as Adverbials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To fund my hobbies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I started driving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Doordash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may be suffering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just to appease my mother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Verb Phrases (Present Participles) as Adverbials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graduation ceremony was canceled,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crushing all our dreams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Somewhat calming the situation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an apology was delivered.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18FF40-FD46-E5F1-60B2-E574F245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80474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 lnSpcReduction="100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Identify the Adverbial Types in these Sentences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One morning after my game, I ate an orange.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To protect his plant, Bob bought some lady bugs.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Steve climbed down the trellis, escaping her evil clutches.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Drained of all energy, the cat curled up in the corner.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79913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6D90-1B11-4E3B-AB93-6F85336B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48CBF2-E801-2205-CB99-20995328D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 fontScale="85000" lnSpcReduction="200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Identify the Adverbial Types in these Sentences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One morning after my game, I ate an orange.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One morning after my game – Noun Phrase</a:t>
            </a:r>
          </a:p>
          <a:p>
            <a:pPr marL="704088" lvl="2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To protect his plant, Bob bought some ladybugs.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“To protect his plant” - Infinitive Verb Phrase</a:t>
            </a:r>
          </a:p>
          <a:p>
            <a:pPr marL="704088" lvl="2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Steve climbed down the trellis, escaping her evil clutches.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“escaping her evil clutches” – Present Participle Verb Phrase</a:t>
            </a:r>
          </a:p>
          <a:p>
            <a:pPr marL="704088" lvl="2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Drained of all energy, the cat curled up in the corner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Drained of all energy – Past Participle Verb Phrase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EDDB2F-9FC3-30E2-E0E7-37D10E12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94962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FFE7-4843-9CD4-C11E-F06A830D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43CA63-EFB0-E7D1-CBF7-3DFDDA4E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42357B-A839-1768-E893-BFE0B2791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31" y="1362075"/>
            <a:ext cx="10461669" cy="36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2AAE37-7044-A251-4DCA-1F890566B613}"/>
              </a:ext>
            </a:extLst>
          </p:cNvPr>
          <p:cNvSpPr txBox="1"/>
          <p:nvPr/>
        </p:nvSpPr>
        <p:spPr>
          <a:xfrm>
            <a:off x="2025466" y="5565130"/>
            <a:ext cx="9997200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Note: Some people might call this Adjectival – </a:t>
            </a:r>
            <a:r>
              <a:rPr lang="en-US" sz="2400">
                <a:latin typeface="Abadi" panose="020B0604020104020204" pitchFamily="34" charset="0"/>
              </a:rPr>
              <a:t>it’s debatable.</a:t>
            </a:r>
            <a:endParaRPr lang="en-US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4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944A8-9A85-5667-0B99-F29AB2A8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A4B451-EFEE-46EB-586D-A39CC52D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5E4BF60-8098-2DC6-B991-E447BBF60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782" y="1459832"/>
            <a:ext cx="10216418" cy="454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91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2B32-06A1-7B6B-F650-7D7B4300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828458-6273-6B02-E3D5-290C2B56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A8CD46F-D210-D480-E498-9E1E83E78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96" y="1362075"/>
            <a:ext cx="10028627" cy="362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83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C6179-1D1A-4ACA-6764-046DE7BC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937B45-96F0-8DAB-34FE-E246DB021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Homework Review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83D3E2-58E4-E6C7-59C2-0D1E0C00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87990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Relative Clause: Adjectival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353854-016C-05D1-E194-DEB8CD36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223" y="1363845"/>
            <a:ext cx="4623554" cy="504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1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Relative Clause: Adjectival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0A19E-27E9-1E9A-BC10-77495FEBD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996" y="1328284"/>
            <a:ext cx="10461669" cy="534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9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Relative Clause: Adjectival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B3E654-5E02-337B-6221-A2670886F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997" y="1573561"/>
            <a:ext cx="10461669" cy="450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7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25</TotalTime>
  <Words>485</Words>
  <Application>Microsoft Office PowerPoint</Application>
  <PresentationFormat>Widescreen</PresentationFormat>
  <Paragraphs>86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Abadi</vt:lpstr>
      <vt:lpstr>Arial</vt:lpstr>
      <vt:lpstr>Calibri</vt:lpstr>
      <vt:lpstr>Century Gothic</vt:lpstr>
      <vt:lpstr>Palatino Linotype</vt:lpstr>
      <vt:lpstr>Verdana</vt:lpstr>
      <vt:lpstr>Wingdings 2</vt:lpstr>
      <vt:lpstr>Dad's tie design template</vt:lpstr>
      <vt:lpstr>Course Introduction</vt:lpstr>
      <vt:lpstr>Plan of Attack</vt:lpstr>
      <vt:lpstr>Test and Grades</vt:lpstr>
      <vt:lpstr>Test and Grades</vt:lpstr>
      <vt:lpstr>Test and Grades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Relative Clause: Adjectival</vt:lpstr>
      <vt:lpstr>Relative Clause: Adjectival</vt:lpstr>
      <vt:lpstr>Relative Clause: Adjectival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Phillip Haisley</cp:lastModifiedBy>
  <cp:revision>2</cp:revision>
  <dcterms:created xsi:type="dcterms:W3CDTF">2016-07-22T17:40:32Z</dcterms:created>
  <dcterms:modified xsi:type="dcterms:W3CDTF">2025-11-17T21:30:17Z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