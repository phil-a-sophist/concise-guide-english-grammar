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96" r:id="rId2"/>
  </p:sldMasterIdLst>
  <p:notesMasterIdLst>
    <p:notesMasterId r:id="rId21"/>
  </p:notesMasterIdLst>
  <p:handoutMasterIdLst>
    <p:handoutMasterId r:id="rId22"/>
  </p:handoutMasterIdLst>
  <p:sldIdLst>
    <p:sldId id="270" r:id="rId3"/>
    <p:sldId id="524" r:id="rId4"/>
    <p:sldId id="527" r:id="rId5"/>
    <p:sldId id="528" r:id="rId6"/>
    <p:sldId id="529" r:id="rId7"/>
    <p:sldId id="522" r:id="rId8"/>
    <p:sldId id="534" r:id="rId9"/>
    <p:sldId id="530" r:id="rId10"/>
    <p:sldId id="525" r:id="rId11"/>
    <p:sldId id="526" r:id="rId12"/>
    <p:sldId id="531" r:id="rId13"/>
    <p:sldId id="533" r:id="rId14"/>
    <p:sldId id="535" r:id="rId15"/>
    <p:sldId id="536" r:id="rId16"/>
    <p:sldId id="537" r:id="rId17"/>
    <p:sldId id="538" r:id="rId18"/>
    <p:sldId id="539" r:id="rId19"/>
    <p:sldId id="40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3F3"/>
    <a:srgbClr val="E8E8E8"/>
    <a:srgbClr val="D5ECFF"/>
    <a:srgbClr val="B9DFFF"/>
    <a:srgbClr val="97D0FF"/>
    <a:srgbClr val="C4E5FC"/>
    <a:srgbClr val="C6BD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0B496-328A-49A4-A03E-827E294EFECF}" v="2" dt="2025-10-15T20:02:35.4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53" autoAdjust="0"/>
    <p:restoredTop sz="94660"/>
  </p:normalViewPr>
  <p:slideViewPr>
    <p:cSldViewPr snapToGrid="0">
      <p:cViewPr varScale="1">
        <p:scale>
          <a:sx n="103" d="100"/>
          <a:sy n="103" d="100"/>
        </p:scale>
        <p:origin x="750" y="102"/>
      </p:cViewPr>
      <p:guideLst/>
    </p:cSldViewPr>
  </p:slideViewPr>
  <p:notesTextViewPr>
    <p:cViewPr>
      <p:scale>
        <a:sx n="3" d="2"/>
        <a:sy n="3" d="2"/>
      </p:scale>
      <p:origin x="0" y="0"/>
    </p:cViewPr>
  </p:notesTextViewPr>
  <p:notesViewPr>
    <p:cSldViewPr snapToGrid="0">
      <p:cViewPr varScale="1">
        <p:scale>
          <a:sx n="76" d="100"/>
          <a:sy n="76" d="100"/>
        </p:scale>
        <p:origin x="2538"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ACEF702-0714-4E08-A299-FB7CD6DD53DC}" type="datetimeFigureOut">
              <a:rPr lang="en-US" smtClean="0"/>
              <a:t>10/15/2025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CB0F021-7EF0-4BDC-ABAA-3F31888D271E}" type="slidenum">
              <a:rPr lang="en-US" smtClean="0"/>
              <a:t>‹#›</a:t>
            </a:fld>
            <a:endParaRPr lang="en-US"/>
          </a:p>
        </p:txBody>
      </p:sp>
    </p:spTree>
    <p:extLst>
      <p:ext uri="{BB962C8B-B14F-4D97-AF65-F5344CB8AC3E}">
        <p14:creationId xmlns:p14="http://schemas.microsoft.com/office/powerpoint/2010/main" val="3904083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3835DD-85A7-4A1D-B5D6-4471BFC8E4FB}" type="datetimeFigureOut">
              <a:rPr lang="en-US" smtClean="0"/>
              <a:t>10/15/2025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B45845-826A-4014-B98A-97266F3057F4}" type="slidenum">
              <a:rPr lang="en-US" smtClean="0"/>
              <a:t>‹#›</a:t>
            </a:fld>
            <a:endParaRPr lang="en-US"/>
          </a:p>
        </p:txBody>
      </p:sp>
    </p:spTree>
    <p:extLst>
      <p:ext uri="{BB962C8B-B14F-4D97-AF65-F5344CB8AC3E}">
        <p14:creationId xmlns:p14="http://schemas.microsoft.com/office/powerpoint/2010/main" val="1775869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9B45845-826A-4014-B98A-97266F3057F4}" type="slidenum">
              <a:rPr lang="en-US" smtClean="0"/>
              <a:t>1</a:t>
            </a:fld>
            <a:endParaRPr lang="en-US"/>
          </a:p>
        </p:txBody>
      </p:sp>
    </p:spTree>
    <p:extLst>
      <p:ext uri="{BB962C8B-B14F-4D97-AF65-F5344CB8AC3E}">
        <p14:creationId xmlns:p14="http://schemas.microsoft.com/office/powerpoint/2010/main" val="3495538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5841" y="1305716"/>
            <a:ext cx="10476826" cy="5040309"/>
          </a:xfrm>
          <a:solidFill>
            <a:srgbClr val="F3F3F3"/>
          </a:solidFill>
          <a:ln>
            <a:solidFill>
              <a:schemeClr val="tx1"/>
            </a:solidFill>
          </a:ln>
        </p:spPr>
        <p:txBody>
          <a:bodyPr tIns="91440"/>
          <a:lstStyle>
            <a:lvl1pPr>
              <a:lnSpc>
                <a:spcPct val="100000"/>
              </a:lnSpc>
              <a:spcBef>
                <a:spcPts val="600"/>
              </a:spcBef>
              <a:spcAft>
                <a:spcPts val="600"/>
              </a:spcAft>
              <a:defRPr sz="3200" b="1" u="none" kern="1200" spc="0" baseline="0">
                <a:latin typeface="Calibri" panose="020F0502020204030204" pitchFamily="34" charset="0"/>
              </a:defRPr>
            </a:lvl1pPr>
            <a:lvl2pPr>
              <a:lnSpc>
                <a:spcPct val="100000"/>
              </a:lnSpc>
              <a:spcBef>
                <a:spcPts val="600"/>
              </a:spcBef>
              <a:spcAft>
                <a:spcPts val="600"/>
              </a:spcAft>
              <a:defRPr sz="2800" i="0" kern="1200" spc="0" baseline="0">
                <a:latin typeface="Calibri" panose="020F0502020204030204" pitchFamily="34" charset="0"/>
              </a:defRPr>
            </a:lvl2pPr>
            <a:lvl3pPr>
              <a:lnSpc>
                <a:spcPct val="100000"/>
              </a:lnSpc>
              <a:spcBef>
                <a:spcPts val="600"/>
              </a:spcBef>
              <a:spcAft>
                <a:spcPts val="600"/>
              </a:spcAft>
              <a:defRPr sz="2400" i="1" kern="1200" spc="0" baseline="0">
                <a:latin typeface="Calibri" panose="020F0502020204030204" pitchFamily="34" charset="0"/>
              </a:defRPr>
            </a:lvl3pPr>
            <a:lvl4pPr>
              <a:lnSpc>
                <a:spcPct val="100000"/>
              </a:lnSpc>
              <a:spcBef>
                <a:spcPts val="600"/>
              </a:spcBef>
              <a:spcAft>
                <a:spcPts val="600"/>
              </a:spcAft>
              <a:defRPr sz="2200" i="1" kern="1200" spc="0" baseline="0">
                <a:latin typeface="Calibri" panose="020F0502020204030204" pitchFamily="34" charset="0"/>
              </a:defRPr>
            </a:lvl4pPr>
            <a:lvl5pPr>
              <a:lnSpc>
                <a:spcPct val="100000"/>
              </a:lnSpc>
              <a:spcBef>
                <a:spcPts val="600"/>
              </a:spcBef>
              <a:spcAft>
                <a:spcPts val="600"/>
              </a:spcAft>
              <a:defRPr sz="2200" i="1" kern="1200" spc="0" baseline="0">
                <a:latin typeface="Calibri" panose="020F0502020204030204" pitchFamily="34" charset="0"/>
              </a:defRPr>
            </a:lvl5pPr>
          </a:lstStyle>
          <a:p>
            <a:pPr lvl="0" eaLnBrk="1" latinLnBrk="0" hangingPunct="1"/>
            <a:r>
              <a:rPr lang="en-US" dirty="0"/>
              <a:t>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2" name="Title 1"/>
          <p:cNvSpPr>
            <a:spLocks noGrp="1"/>
          </p:cNvSpPr>
          <p:nvPr>
            <p:ph type="title" hasCustomPrompt="1"/>
          </p:nvPr>
        </p:nvSpPr>
        <p:spPr>
          <a:xfrm>
            <a:off x="1560997" y="546793"/>
            <a:ext cx="10461669" cy="718441"/>
          </a:xfrm>
          <a:noFill/>
        </p:spPr>
        <p:txBody>
          <a:bodyPr>
            <a:noAutofit/>
          </a:bodyPr>
          <a:lstStyle>
            <a:lvl1pPr algn="ctr">
              <a:defRPr sz="3600" b="1" u="sng" baseline="0">
                <a:effectLst/>
                <a:latin typeface="Calibri" panose="020F0502020204030204" pitchFamily="34" charset="0"/>
              </a:defRPr>
            </a:lvl1pPr>
          </a:lstStyle>
          <a:p>
            <a:r>
              <a:rPr kumimoji="0" lang="en-US" dirty="0"/>
              <a:t>SLIDE TITLE</a:t>
            </a:r>
          </a:p>
        </p:txBody>
      </p:sp>
      <p:sp>
        <p:nvSpPr>
          <p:cNvPr id="8" name="Title 1"/>
          <p:cNvSpPr txBox="1">
            <a:spLocks/>
          </p:cNvSpPr>
          <p:nvPr userDrawn="1"/>
        </p:nvSpPr>
        <p:spPr>
          <a:xfrm>
            <a:off x="1545844" y="621403"/>
            <a:ext cx="8779256" cy="724798"/>
          </a:xfrm>
          <a:prstGeom prst="rect">
            <a:avLst/>
          </a:prstGeom>
        </p:spPr>
        <p:txBody>
          <a:bodyPr anchor="ctr">
            <a:no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Calibri" panose="020F0502020204030204" pitchFamily="34" charset="0"/>
                <a:ea typeface="+mj-ea"/>
                <a:cs typeface="+mj-cs"/>
              </a:defRPr>
            </a:lvl1pPr>
            <a:extLst/>
          </a:lstStyle>
          <a:p>
            <a:endParaRPr lang="en-US" sz="3200" b="1" dirty="0"/>
          </a:p>
        </p:txBody>
      </p:sp>
      <p:sp>
        <p:nvSpPr>
          <p:cNvPr id="11" name="Title 1"/>
          <p:cNvSpPr txBox="1">
            <a:spLocks/>
          </p:cNvSpPr>
          <p:nvPr userDrawn="1"/>
        </p:nvSpPr>
        <p:spPr>
          <a:xfrm>
            <a:off x="1545843" y="88897"/>
            <a:ext cx="10476823" cy="451540"/>
          </a:xfrm>
          <a:prstGeom prst="rect">
            <a:avLst/>
          </a:prstGeom>
          <a:solidFill>
            <a:schemeClr val="bg2">
              <a:lumMod val="90000"/>
            </a:schemeClr>
          </a:solidFill>
          <a:ln>
            <a:solidFill>
              <a:schemeClr val="tx1"/>
            </a:solidFill>
          </a:ln>
        </p:spPr>
        <p:txBody>
          <a:bodyPr anchor="ctr">
            <a:noAutofit/>
          </a:bodyPr>
          <a:lstStyle>
            <a:lvl1pPr algn="l" rtl="0" eaLnBrk="1" latinLnBrk="0" hangingPunct="1">
              <a:lnSpc>
                <a:spcPts val="4500"/>
              </a:lnSpc>
              <a:spcBef>
                <a:spcPct val="0"/>
              </a:spcBef>
              <a:buNone/>
              <a:defRPr kumimoji="0" sz="4000" b="1" kern="1200" cap="all">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pPr algn="ctr">
              <a:lnSpc>
                <a:spcPct val="100000"/>
              </a:lnSpc>
            </a:pPr>
            <a:r>
              <a:rPr lang="en-US" sz="2000" b="0" dirty="0">
                <a:latin typeface="Calibri" panose="020F0502020204030204" pitchFamily="34" charset="0"/>
              </a:rPr>
              <a:t>ENGL 3110 – Advanced Grammar</a:t>
            </a:r>
          </a:p>
        </p:txBody>
      </p:sp>
    </p:spTree>
    <p:extLst>
      <p:ext uri="{BB962C8B-B14F-4D97-AF65-F5344CB8AC3E}">
        <p14:creationId xmlns:p14="http://schemas.microsoft.com/office/powerpoint/2010/main" val="18653946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719BA0-A3F1-4AE0-A095-A691F325988D}" type="datetime1">
              <a:rPr lang="en-US" smtClean="0"/>
              <a:t>10/15/2025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01CF334-2D5C-4859-84A6-CA7E6E43FAEB}" type="slidenum">
              <a:rPr lang="en-US" smtClean="0"/>
              <a:pPr/>
              <a:t>‹#›</a:t>
            </a:fld>
            <a:endParaRPr lang="en-US"/>
          </a:p>
        </p:txBody>
      </p:sp>
      <p:sp>
        <p:nvSpPr>
          <p:cNvPr id="22" name="Subtitle 21"/>
          <p:cNvSpPr>
            <a:spLocks noGrp="1"/>
          </p:cNvSpPr>
          <p:nvPr>
            <p:ph type="subTitle" idx="1"/>
          </p:nvPr>
        </p:nvSpPr>
        <p:spPr>
          <a:xfrm>
            <a:off x="1910080" y="1850064"/>
            <a:ext cx="987552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14" name="Title 13"/>
          <p:cNvSpPr>
            <a:spLocks noGrp="1"/>
          </p:cNvSpPr>
          <p:nvPr>
            <p:ph type="ctrTitle"/>
          </p:nvPr>
        </p:nvSpPr>
        <p:spPr>
          <a:xfrm>
            <a:off x="1910080" y="359898"/>
            <a:ext cx="9875520" cy="1472184"/>
          </a:xfrm>
        </p:spPr>
        <p:txBody>
          <a:bodyPr anchor="b"/>
          <a:lstStyle>
            <a:lvl1pPr algn="l">
              <a:defRPr/>
            </a:lvl1pPr>
            <a:extLst/>
          </a:lstStyle>
          <a:p>
            <a:r>
              <a:rPr kumimoji="0" lang="en-US"/>
              <a:t>Click to edit Master title style</a:t>
            </a:r>
          </a:p>
        </p:txBody>
      </p:sp>
    </p:spTree>
    <p:extLst>
      <p:ext uri="{BB962C8B-B14F-4D97-AF65-F5344CB8AC3E}">
        <p14:creationId xmlns:p14="http://schemas.microsoft.com/office/powerpoint/2010/main" val="503323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7C1BA8-14CB-402F-AB5D-65EFB4CEE9BA}" type="datetime1">
              <a:rPr lang="en-US" smtClean="0"/>
              <a:t>10/15/2025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1CF334-2D5C-4859-84A6-CA7E6E43FAEB}" type="slidenum">
              <a:rPr lang="en-US" smtClean="0"/>
              <a:t>‹#›</a:t>
            </a:fld>
            <a:endParaRPr lang="en-US"/>
          </a:p>
        </p:txBody>
      </p:sp>
      <p:sp>
        <p:nvSpPr>
          <p:cNvPr id="3" name="Text Placeholder 2"/>
          <p:cNvSpPr>
            <a:spLocks noGrp="1"/>
          </p:cNvSpPr>
          <p:nvPr>
            <p:ph type="body" idx="1"/>
          </p:nvPr>
        </p:nvSpPr>
        <p:spPr>
          <a:xfrm>
            <a:off x="3437856" y="1066800"/>
            <a:ext cx="85344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Edit Master text styles</a:t>
            </a:r>
          </a:p>
        </p:txBody>
      </p:sp>
      <p:sp>
        <p:nvSpPr>
          <p:cNvPr id="2" name="Title 1"/>
          <p:cNvSpPr>
            <a:spLocks noGrp="1"/>
          </p:cNvSpPr>
          <p:nvPr>
            <p:ph type="title"/>
          </p:nvPr>
        </p:nvSpPr>
        <p:spPr>
          <a:xfrm>
            <a:off x="1589644" y="2600325"/>
            <a:ext cx="10382612" cy="2286000"/>
          </a:xfrm>
        </p:spPr>
        <p:txBody>
          <a:bodyPr anchor="t"/>
          <a:lstStyle>
            <a:lvl1pPr algn="l">
              <a:lnSpc>
                <a:spcPts val="4500"/>
              </a:lnSpc>
              <a:buNone/>
              <a:defRPr sz="4000" b="1" cap="all"/>
            </a:lvl1pPr>
            <a:extLst/>
          </a:lstStyle>
          <a:p>
            <a:r>
              <a:rPr kumimoji="0" lang="en-US"/>
              <a:t>Click to edit Master title style</a:t>
            </a:r>
          </a:p>
        </p:txBody>
      </p:sp>
    </p:spTree>
    <p:extLst>
      <p:ext uri="{BB962C8B-B14F-4D97-AF65-F5344CB8AC3E}">
        <p14:creationId xmlns:p14="http://schemas.microsoft.com/office/powerpoint/2010/main" val="798125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D9FC792A-0B0D-4D75-99F7-2870465BBD14}" type="datetime1">
              <a:rPr lang="en-US" smtClean="0"/>
              <a:t>10/15/2025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1CF334-2D5C-4859-84A6-CA7E6E43FAEB}" type="slidenum">
              <a:rPr lang="en-US" smtClean="0"/>
              <a:t>‹#›</a:t>
            </a:fld>
            <a:endParaRPr lang="en-US"/>
          </a:p>
        </p:txBody>
      </p:sp>
      <p:sp>
        <p:nvSpPr>
          <p:cNvPr id="4" name="Content Placeholder 3"/>
          <p:cNvSpPr>
            <a:spLocks noGrp="1"/>
          </p:cNvSpPr>
          <p:nvPr>
            <p:ph sz="half" idx="2"/>
          </p:nvPr>
        </p:nvSpPr>
        <p:spPr>
          <a:xfrm>
            <a:off x="7034784" y="1524000"/>
            <a:ext cx="48768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3" name="Content Placeholder 2"/>
          <p:cNvSpPr>
            <a:spLocks noGrp="1"/>
          </p:cNvSpPr>
          <p:nvPr>
            <p:ph sz="half" idx="1"/>
          </p:nvPr>
        </p:nvSpPr>
        <p:spPr>
          <a:xfrm>
            <a:off x="1914144" y="1524000"/>
            <a:ext cx="48768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 name="Title 1"/>
          <p:cNvSpPr>
            <a:spLocks noGrp="1"/>
          </p:cNvSpPr>
          <p:nvPr>
            <p:ph type="title"/>
          </p:nvPr>
        </p:nvSpPr>
        <p:spPr>
          <a:xfrm>
            <a:off x="1914144" y="274320"/>
            <a:ext cx="9997440" cy="1143000"/>
          </a:xfrm>
        </p:spPr>
        <p:txBody>
          <a:bodyPr/>
          <a:lstStyle/>
          <a:p>
            <a:r>
              <a:rPr kumimoji="0" lang="en-US"/>
              <a:t>Click to edit Master title style</a:t>
            </a:r>
          </a:p>
        </p:txBody>
      </p:sp>
    </p:spTree>
    <p:extLst>
      <p:ext uri="{BB962C8B-B14F-4D97-AF65-F5344CB8AC3E}">
        <p14:creationId xmlns:p14="http://schemas.microsoft.com/office/powerpoint/2010/main" val="1961629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0" orient="horz" pos="2160" userDrawn="1">
          <p15:clr>
            <a:srgbClr val="FBAE40"/>
          </p15:clr>
        </p15:guide>
        <p15:guide id="1" pos="3840" userDrawn="1">
          <p15:clr>
            <a:srgbClr val="FBAE40"/>
          </p15:clr>
        </p15:guide>
        <p15:guide id="2" pos="1200" userDrawn="1">
          <p15:clr>
            <a:srgbClr val="FBAE40"/>
          </p15:clr>
        </p15:guide>
        <p15:guide id="3" pos="7512" userDrawn="1">
          <p15:clr>
            <a:srgbClr val="FBAE40"/>
          </p15:clr>
        </p15:guide>
        <p15:guide id="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D84A14D2-C15B-4C78-A526-4D8666FA99F8}" type="datetime1">
              <a:rPr lang="en-US" smtClean="0"/>
              <a:t>10/15/2025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1CF334-2D5C-4859-84A6-CA7E6E43FAEB}" type="slidenum">
              <a:rPr lang="en-US" smtClean="0"/>
              <a:t>‹#›</a:t>
            </a:fld>
            <a:endParaRPr lang="en-US"/>
          </a:p>
        </p:txBody>
      </p:sp>
      <p:sp>
        <p:nvSpPr>
          <p:cNvPr id="6" name="Content Placeholder 5"/>
          <p:cNvSpPr>
            <a:spLocks noGrp="1"/>
          </p:cNvSpPr>
          <p:nvPr>
            <p:ph sz="quarter" idx="4"/>
          </p:nvPr>
        </p:nvSpPr>
        <p:spPr>
          <a:xfrm>
            <a:off x="7051548" y="969336"/>
            <a:ext cx="4873752"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3"/>
          </p:nvPr>
        </p:nvSpPr>
        <p:spPr>
          <a:xfrm>
            <a:off x="7051548" y="328278"/>
            <a:ext cx="4873752"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Edit Master text styles</a:t>
            </a:r>
          </a:p>
        </p:txBody>
      </p:sp>
      <p:sp>
        <p:nvSpPr>
          <p:cNvPr id="5" name="Content Placeholder 4"/>
          <p:cNvSpPr>
            <a:spLocks noGrp="1"/>
          </p:cNvSpPr>
          <p:nvPr>
            <p:ph sz="quarter" idx="2"/>
          </p:nvPr>
        </p:nvSpPr>
        <p:spPr>
          <a:xfrm>
            <a:off x="1908975" y="969336"/>
            <a:ext cx="4873752"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3" name="Text Placeholder 2"/>
          <p:cNvSpPr>
            <a:spLocks noGrp="1"/>
          </p:cNvSpPr>
          <p:nvPr>
            <p:ph type="body" idx="1"/>
          </p:nvPr>
        </p:nvSpPr>
        <p:spPr>
          <a:xfrm>
            <a:off x="1908975" y="328278"/>
            <a:ext cx="4873752"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Edit Master text styles</a:t>
            </a:r>
          </a:p>
        </p:txBody>
      </p:sp>
      <p:sp>
        <p:nvSpPr>
          <p:cNvPr id="2" name="Title 1"/>
          <p:cNvSpPr>
            <a:spLocks noGrp="1"/>
          </p:cNvSpPr>
          <p:nvPr>
            <p:ph type="title"/>
          </p:nvPr>
        </p:nvSpPr>
        <p:spPr>
          <a:xfrm>
            <a:off x="609600" y="5160336"/>
            <a:ext cx="10972800" cy="1143000"/>
          </a:xfrm>
        </p:spPr>
        <p:txBody>
          <a:bodyPr anchor="ctr"/>
          <a:lstStyle>
            <a:lvl1pPr algn="ctr">
              <a:defRPr sz="4500" b="1" cap="none" baseline="0"/>
            </a:lvl1pPr>
            <a:extLst/>
          </a:lstStyle>
          <a:p>
            <a:r>
              <a:rPr kumimoji="0" lang="en-US"/>
              <a:t>Click to edit Master title style</a:t>
            </a:r>
            <a:endParaRPr kumimoji="0" lang="en-US" dirty="0"/>
          </a:p>
        </p:txBody>
      </p:sp>
    </p:spTree>
    <p:extLst>
      <p:ext uri="{BB962C8B-B14F-4D97-AF65-F5344CB8AC3E}">
        <p14:creationId xmlns:p14="http://schemas.microsoft.com/office/powerpoint/2010/main" val="3104903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0" orient="horz" pos="2160" userDrawn="1">
          <p15:clr>
            <a:srgbClr val="FBAE40"/>
          </p15:clr>
        </p15:guide>
        <p15:guide id="1" pos="1200" userDrawn="1">
          <p15:clr>
            <a:srgbClr val="FBAE40"/>
          </p15:clr>
        </p15:guide>
        <p15:guide id="2" pos="751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CAF1A27-4218-4094-BEAE-9A3589DB2B89}" type="datetime1">
              <a:rPr lang="en-US" smtClean="0"/>
              <a:t>10/15/2025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1CF334-2D5C-4859-84A6-CA7E6E43FAEB}" type="slidenum">
              <a:rPr lang="en-US" smtClean="0"/>
              <a:t>‹#›</a:t>
            </a:fld>
            <a:endParaRPr lang="en-US"/>
          </a:p>
        </p:txBody>
      </p:sp>
      <p:sp>
        <p:nvSpPr>
          <p:cNvPr id="2" name="Title 1"/>
          <p:cNvSpPr>
            <a:spLocks noGrp="1"/>
          </p:cNvSpPr>
          <p:nvPr>
            <p:ph type="title"/>
          </p:nvPr>
        </p:nvSpPr>
        <p:spPr>
          <a:xfrm>
            <a:off x="1914144" y="274320"/>
            <a:ext cx="9997440" cy="1143000"/>
          </a:xfrm>
        </p:spPr>
        <p:txBody>
          <a:bodyPr anchor="ctr"/>
          <a:lstStyle/>
          <a:p>
            <a:r>
              <a:rPr kumimoji="0" lang="en-US"/>
              <a:t>Click to edit Master title style</a:t>
            </a:r>
          </a:p>
        </p:txBody>
      </p:sp>
    </p:spTree>
    <p:extLst>
      <p:ext uri="{BB962C8B-B14F-4D97-AF65-F5344CB8AC3E}">
        <p14:creationId xmlns:p14="http://schemas.microsoft.com/office/powerpoint/2010/main" val="3515087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0" y="-3632"/>
            <a:ext cx="12188952" cy="6858000"/>
          </a:xfrm>
          <a:prstGeom prst="rect">
            <a:avLst/>
          </a:prstGeom>
          <a:gradFill flip="none" rotWithShape="1">
            <a:gsLst>
              <a:gs pos="0">
                <a:schemeClr val="bg2">
                  <a:lumMod val="90000"/>
                </a:schemeClr>
              </a:gs>
              <a:gs pos="50000">
                <a:schemeClr val="bg2"/>
              </a:gs>
              <a:gs pos="100000">
                <a:schemeClr val="bg1"/>
              </a:gs>
            </a:gsLst>
            <a:path path="circle">
              <a:fillToRect l="100000" t="100000"/>
            </a:path>
            <a:tileRect r="-100000" b="-100000"/>
          </a:gra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en-US" dirty="0"/>
          </a:p>
        </p:txBody>
      </p:sp>
      <p:sp>
        <p:nvSpPr>
          <p:cNvPr id="2" name="Date Placeholder 1"/>
          <p:cNvSpPr>
            <a:spLocks noGrp="1"/>
          </p:cNvSpPr>
          <p:nvPr>
            <p:ph type="dt" sz="half" idx="10"/>
          </p:nvPr>
        </p:nvSpPr>
        <p:spPr/>
        <p:txBody>
          <a:bodyPr/>
          <a:lstStyle/>
          <a:p>
            <a:fld id="{B0C39AB3-3BFC-4457-B471-ADCDC73FC5EE}" type="datetime1">
              <a:rPr lang="en-US" smtClean="0"/>
              <a:t>10/15/2025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1CF334-2D5C-4859-84A6-CA7E6E43FAEB}" type="slidenum">
              <a:rPr lang="en-US" smtClean="0"/>
              <a:t>‹#›</a:t>
            </a:fld>
            <a:endParaRPr lang="en-US"/>
          </a:p>
        </p:txBody>
      </p:sp>
    </p:spTree>
    <p:extLst>
      <p:ext uri="{BB962C8B-B14F-4D97-AF65-F5344CB8AC3E}">
        <p14:creationId xmlns:p14="http://schemas.microsoft.com/office/powerpoint/2010/main" val="2834597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Content Placeholder 3"/>
          <p:cNvSpPr>
            <a:spLocks noGrp="1"/>
          </p:cNvSpPr>
          <p:nvPr>
            <p:ph sz="half" idx="1"/>
          </p:nvPr>
        </p:nvSpPr>
        <p:spPr>
          <a:xfrm>
            <a:off x="1905000" y="2133601"/>
            <a:ext cx="95758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A5E00674-BE8F-4CEA-9736-5FEE3AB227F1}" type="datetime1">
              <a:rPr lang="en-US" smtClean="0"/>
              <a:t>10/15/2025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1CF334-2D5C-4859-84A6-CA7E6E43FAEB}" type="slidenum">
              <a:rPr lang="en-US" smtClean="0"/>
              <a:t>‹#›</a:t>
            </a:fld>
            <a:endParaRPr lang="en-US"/>
          </a:p>
        </p:txBody>
      </p:sp>
      <p:sp>
        <p:nvSpPr>
          <p:cNvPr id="3" name="Text Placeholder 2"/>
          <p:cNvSpPr>
            <a:spLocks noGrp="1"/>
          </p:cNvSpPr>
          <p:nvPr>
            <p:ph type="body" idx="2"/>
          </p:nvPr>
        </p:nvSpPr>
        <p:spPr>
          <a:xfrm>
            <a:off x="1905000" y="1406964"/>
            <a:ext cx="5516078"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Edit Master text styles</a:t>
            </a:r>
          </a:p>
        </p:txBody>
      </p:sp>
      <p:sp>
        <p:nvSpPr>
          <p:cNvPr id="2" name="Title 1"/>
          <p:cNvSpPr>
            <a:spLocks noGrp="1"/>
          </p:cNvSpPr>
          <p:nvPr>
            <p:ph type="title"/>
          </p:nvPr>
        </p:nvSpPr>
        <p:spPr>
          <a:xfrm>
            <a:off x="1905000" y="216778"/>
            <a:ext cx="5516078" cy="1162050"/>
          </a:xfrm>
          <a:ln>
            <a:noFill/>
          </a:ln>
        </p:spPr>
        <p:txBody>
          <a:bodyPr anchor="b"/>
          <a:lstStyle>
            <a:lvl1pPr algn="l">
              <a:lnSpc>
                <a:spcPts val="2000"/>
              </a:lnSpc>
              <a:buNone/>
              <a:defRPr sz="2200" b="1" cap="all" baseline="0"/>
            </a:lvl1pPr>
            <a:extLst/>
          </a:lstStyle>
          <a:p>
            <a:r>
              <a:rPr kumimoji="0" lang="en-US"/>
              <a:t>Click to edit Master title style</a:t>
            </a:r>
          </a:p>
        </p:txBody>
      </p:sp>
    </p:spTree>
    <p:extLst>
      <p:ext uri="{BB962C8B-B14F-4D97-AF65-F5344CB8AC3E}">
        <p14:creationId xmlns:p14="http://schemas.microsoft.com/office/powerpoint/2010/main" val="4219833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0" orient="horz" pos="2160" userDrawn="1">
          <p15:clr>
            <a:srgbClr val="FBAE40"/>
          </p15:clr>
        </p15:guide>
        <p15:guide id="1" pos="120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7" name="Rectangle 36"/>
          <p:cNvSpPr/>
          <p:nvPr/>
        </p:nvSpPr>
        <p:spPr>
          <a:xfrm>
            <a:off x="0" y="-3632"/>
            <a:ext cx="12188952" cy="6858000"/>
          </a:xfrm>
          <a:prstGeom prst="rect">
            <a:avLst/>
          </a:prstGeom>
          <a:gradFill flip="none" rotWithShape="1">
            <a:gsLst>
              <a:gs pos="0">
                <a:schemeClr val="bg2">
                  <a:lumMod val="90000"/>
                </a:schemeClr>
              </a:gs>
              <a:gs pos="50000">
                <a:schemeClr val="bg2"/>
              </a:gs>
              <a:gs pos="100000">
                <a:schemeClr val="bg1"/>
              </a:gs>
            </a:gsLst>
            <a:path path="circle">
              <a:fillToRect l="100000" t="100000"/>
            </a:path>
            <a:tileRect r="-100000" b="-100000"/>
          </a:gra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en-US" dirty="0"/>
          </a:p>
        </p:txBody>
      </p:sp>
      <p:sp>
        <p:nvSpPr>
          <p:cNvPr id="5" name="Date Placeholder 4"/>
          <p:cNvSpPr>
            <a:spLocks noGrp="1"/>
          </p:cNvSpPr>
          <p:nvPr>
            <p:ph type="dt" sz="half" idx="10"/>
          </p:nvPr>
        </p:nvSpPr>
        <p:spPr/>
        <p:txBody>
          <a:bodyPr/>
          <a:lstStyle/>
          <a:p>
            <a:fld id="{F77953A3-A3BE-4323-8A5F-3F3FB07EB2DE}" type="datetime1">
              <a:rPr lang="en-US" smtClean="0"/>
              <a:t>10/15/2025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1CF334-2D5C-4859-84A6-CA7E6E43FAEB}" type="slidenum">
              <a:rPr lang="en-US" smtClean="0"/>
              <a:t>‹#›</a:t>
            </a:fld>
            <a:endParaRPr lang="en-US"/>
          </a:p>
        </p:txBody>
      </p:sp>
      <p:sp>
        <p:nvSpPr>
          <p:cNvPr id="8" name="Rectangle 7"/>
          <p:cNvSpPr/>
          <p:nvPr/>
        </p:nvSpPr>
        <p:spPr>
          <a:xfrm>
            <a:off x="1016000" y="1066800"/>
            <a:ext cx="6096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1117600" y="1143004"/>
            <a:ext cx="5892800" cy="3514531"/>
          </a:xfrm>
          <a:prstGeom prst="roundRect">
            <a:avLst>
              <a:gd name="adj" fmla="val 783"/>
            </a:avLst>
          </a:prstGeom>
          <a:solidFill>
            <a:schemeClr val="bg2"/>
          </a:solidFill>
          <a:ln w="127000">
            <a:noFill/>
            <a:miter lim="800000"/>
          </a:ln>
          <a:effectLst/>
        </p:spPr>
        <p:txBody>
          <a:bodyPr lIns="91440" tIns="274320" anchor="t"/>
          <a:lstStyle>
            <a:lvl1pPr marL="0" indent="0" algn="l" eaLnBrk="1" latinLnBrk="0" hangingPunct="1">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528967" y="954341"/>
            <a:ext cx="9144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Flowchart: Process 9"/>
          <p:cNvSpPr/>
          <p:nvPr/>
        </p:nvSpPr>
        <p:spPr>
          <a:xfrm rot="2103354" flipH="1">
            <a:off x="6671556" y="936786"/>
            <a:ext cx="865632"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4" name="Text Placeholder 3"/>
          <p:cNvSpPr>
            <a:spLocks noGrp="1"/>
          </p:cNvSpPr>
          <p:nvPr>
            <p:ph type="body" sz="half" idx="2"/>
          </p:nvPr>
        </p:nvSpPr>
        <p:spPr>
          <a:xfrm>
            <a:off x="1117600" y="4800600"/>
            <a:ext cx="58928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Edit Master text styles</a:t>
            </a:r>
          </a:p>
        </p:txBody>
      </p:sp>
      <p:sp>
        <p:nvSpPr>
          <p:cNvPr id="2" name="Title 1"/>
          <p:cNvSpPr>
            <a:spLocks noGrp="1"/>
          </p:cNvSpPr>
          <p:nvPr>
            <p:ph type="title"/>
          </p:nvPr>
        </p:nvSpPr>
        <p:spPr>
          <a:xfrm>
            <a:off x="7849195" y="1066800"/>
            <a:ext cx="3657600" cy="1981200"/>
          </a:xfrm>
        </p:spPr>
        <p:txBody>
          <a:bodyPr anchor="b">
            <a:noAutofit/>
          </a:bodyPr>
          <a:lstStyle>
            <a:lvl1pPr algn="l">
              <a:buNone/>
              <a:defRPr sz="2100" b="1">
                <a:effectLst/>
              </a:defRPr>
            </a:lvl1pPr>
            <a:extLst/>
          </a:lstStyle>
          <a:p>
            <a:r>
              <a:rPr kumimoji="0" lang="en-US"/>
              <a:t>Click to edit Master title style</a:t>
            </a:r>
          </a:p>
        </p:txBody>
      </p:sp>
    </p:spTree>
    <p:extLst>
      <p:ext uri="{BB962C8B-B14F-4D97-AF65-F5344CB8AC3E}">
        <p14:creationId xmlns:p14="http://schemas.microsoft.com/office/powerpoint/2010/main" val="2110765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749DF06-9503-4BFC-9BDB-01518A2C34BB}" type="datetime1">
              <a:rPr lang="en-US" smtClean="0"/>
              <a:t>10/15/2025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1CF334-2D5C-4859-84A6-CA7E6E43FAEB}" type="slidenum">
              <a:rPr lang="en-US" smtClean="0"/>
              <a:t>‹#›</a:t>
            </a:fld>
            <a:endParaRPr lang="en-US"/>
          </a:p>
        </p:txBody>
      </p:sp>
      <p:sp>
        <p:nvSpPr>
          <p:cNvPr id="3" name="Vertical Text Placeholder 2"/>
          <p:cNvSpPr>
            <a:spLocks noGrp="1"/>
          </p:cNvSpPr>
          <p:nvPr>
            <p:ph type="body" orient="vert" idx="1"/>
          </p:nvPr>
        </p:nvSpPr>
        <p:spPr/>
        <p:txBody>
          <a:bodyPr vert="eaVer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 name="Title 1"/>
          <p:cNvSpPr>
            <a:spLocks noGrp="1"/>
          </p:cNvSpPr>
          <p:nvPr>
            <p:ph type="title"/>
          </p:nvPr>
        </p:nvSpPr>
        <p:spPr/>
        <p:txBody>
          <a:bodyPr/>
          <a:lstStyle/>
          <a:p>
            <a:r>
              <a:rPr kumimoji="0" lang="en-US"/>
              <a:t>Click to edit Master title style</a:t>
            </a:r>
          </a:p>
        </p:txBody>
      </p:sp>
    </p:spTree>
    <p:extLst>
      <p:ext uri="{BB962C8B-B14F-4D97-AF65-F5344CB8AC3E}">
        <p14:creationId xmlns:p14="http://schemas.microsoft.com/office/powerpoint/2010/main" val="1675680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596D803-E824-49BC-A33E-A6A786BEDB3D}" type="datetime1">
              <a:rPr lang="en-US" smtClean="0"/>
              <a:t>10/15/2025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1CF334-2D5C-4859-84A6-CA7E6E43FAEB}" type="slidenum">
              <a:rPr lang="en-US" smtClean="0"/>
              <a:t>‹#›</a:t>
            </a:fld>
            <a:endParaRPr lang="en-US"/>
          </a:p>
        </p:txBody>
      </p:sp>
      <p:sp>
        <p:nvSpPr>
          <p:cNvPr id="3" name="Vertical Text Placeholder 2"/>
          <p:cNvSpPr>
            <a:spLocks noGrp="1"/>
          </p:cNvSpPr>
          <p:nvPr>
            <p:ph type="body" orient="vert" idx="1"/>
          </p:nvPr>
        </p:nvSpPr>
        <p:spPr>
          <a:xfrm>
            <a:off x="1524000" y="274641"/>
            <a:ext cx="7416800" cy="5851525"/>
          </a:xfrm>
        </p:spPr>
        <p:txBody>
          <a:bodyPr vert="eaVer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 name="Vertical Title 1"/>
          <p:cNvSpPr>
            <a:spLocks noGrp="1"/>
          </p:cNvSpPr>
          <p:nvPr>
            <p:ph type="title" orient="vert"/>
          </p:nvPr>
        </p:nvSpPr>
        <p:spPr>
          <a:xfrm>
            <a:off x="9144000" y="274640"/>
            <a:ext cx="2438400" cy="5851525"/>
          </a:xfrm>
        </p:spPr>
        <p:txBody>
          <a:bodyPr vert="eaVert"/>
          <a:lstStyle/>
          <a:p>
            <a:r>
              <a:rPr kumimoji="0" lang="en-US"/>
              <a:t>Click to edit Master title style</a:t>
            </a:r>
          </a:p>
        </p:txBody>
      </p:sp>
    </p:spTree>
    <p:extLst>
      <p:ext uri="{BB962C8B-B14F-4D97-AF65-F5344CB8AC3E}">
        <p14:creationId xmlns:p14="http://schemas.microsoft.com/office/powerpoint/2010/main" val="154356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989D3032-ACFF-440E-8C29-E047F0CC3352}" type="datetime1">
              <a:rPr lang="en-US" smtClean="0"/>
              <a:t>10/15/2025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1CF334-2D5C-4859-84A6-CA7E6E43FAEB}" type="slidenum">
              <a:rPr lang="en-US" smtClean="0"/>
              <a:t>‹#›</a:t>
            </a:fld>
            <a:endParaRPr lang="en-US"/>
          </a:p>
        </p:txBody>
      </p:sp>
      <p:sp>
        <p:nvSpPr>
          <p:cNvPr id="6" name="Content Placeholder 5"/>
          <p:cNvSpPr>
            <a:spLocks noGrp="1"/>
          </p:cNvSpPr>
          <p:nvPr>
            <p:ph sz="quarter" idx="4"/>
          </p:nvPr>
        </p:nvSpPr>
        <p:spPr>
          <a:xfrm>
            <a:off x="7051548" y="969336"/>
            <a:ext cx="4873752"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3"/>
          </p:nvPr>
        </p:nvSpPr>
        <p:spPr>
          <a:xfrm>
            <a:off x="7051548" y="328278"/>
            <a:ext cx="4873752"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Edit Master text styles</a:t>
            </a:r>
          </a:p>
        </p:txBody>
      </p:sp>
      <p:sp>
        <p:nvSpPr>
          <p:cNvPr id="5" name="Content Placeholder 4"/>
          <p:cNvSpPr>
            <a:spLocks noGrp="1"/>
          </p:cNvSpPr>
          <p:nvPr>
            <p:ph sz="quarter" idx="2"/>
          </p:nvPr>
        </p:nvSpPr>
        <p:spPr>
          <a:xfrm>
            <a:off x="1908975" y="969336"/>
            <a:ext cx="4873752"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3" name="Text Placeholder 2"/>
          <p:cNvSpPr>
            <a:spLocks noGrp="1"/>
          </p:cNvSpPr>
          <p:nvPr>
            <p:ph type="body" idx="1"/>
          </p:nvPr>
        </p:nvSpPr>
        <p:spPr>
          <a:xfrm>
            <a:off x="1908975" y="328278"/>
            <a:ext cx="4873752"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Edit Master text styles</a:t>
            </a:r>
          </a:p>
        </p:txBody>
      </p:sp>
      <p:sp>
        <p:nvSpPr>
          <p:cNvPr id="2" name="Title 1"/>
          <p:cNvSpPr>
            <a:spLocks noGrp="1"/>
          </p:cNvSpPr>
          <p:nvPr>
            <p:ph type="title"/>
          </p:nvPr>
        </p:nvSpPr>
        <p:spPr>
          <a:xfrm>
            <a:off x="609600" y="5160336"/>
            <a:ext cx="10972800" cy="1143000"/>
          </a:xfrm>
        </p:spPr>
        <p:txBody>
          <a:bodyPr anchor="ctr"/>
          <a:lstStyle>
            <a:lvl1pPr algn="ctr">
              <a:defRPr sz="4500" b="1" cap="none" baseline="0"/>
            </a:lvl1pPr>
            <a:extLst/>
          </a:lstStyle>
          <a:p>
            <a:r>
              <a:rPr kumimoji="0" lang="en-US"/>
              <a:t>Click to edit Master title style</a:t>
            </a:r>
            <a:endParaRPr kumimoji="0" lang="en-US" dirty="0"/>
          </a:p>
        </p:txBody>
      </p:sp>
    </p:spTree>
    <p:extLst>
      <p:ext uri="{BB962C8B-B14F-4D97-AF65-F5344CB8AC3E}">
        <p14:creationId xmlns:p14="http://schemas.microsoft.com/office/powerpoint/2010/main" val="2812342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1200" userDrawn="1">
          <p15:clr>
            <a:srgbClr val="FBAE40"/>
          </p15:clr>
        </p15:guide>
        <p15:guide id="3" pos="751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 name="Date Placeholder 23"/>
          <p:cNvSpPr>
            <a:spLocks noGrp="1"/>
          </p:cNvSpPr>
          <p:nvPr>
            <p:ph type="dt" sz="half" idx="2"/>
          </p:nvPr>
        </p:nvSpPr>
        <p:spPr>
          <a:xfrm>
            <a:off x="4775200" y="6305550"/>
            <a:ext cx="2844800" cy="476250"/>
          </a:xfrm>
          <a:prstGeom prst="rect">
            <a:avLst/>
          </a:prstGeom>
        </p:spPr>
        <p:txBody>
          <a:bodyPr anchor="b"/>
          <a:lstStyle>
            <a:lvl1pPr algn="r" eaLnBrk="1" latinLnBrk="0" hangingPunct="1">
              <a:defRPr kumimoji="0" sz="1200">
                <a:solidFill>
                  <a:schemeClr val="tx2"/>
                </a:solidFill>
              </a:defRPr>
            </a:lvl1pPr>
            <a:extLst/>
          </a:lstStyle>
          <a:p>
            <a:fld id="{A93063ED-E45C-4ACA-BFCF-74D8FA5A001B}" type="datetime1">
              <a:rPr lang="en-US" smtClean="0"/>
              <a:t>10/15/2025</a:t>
            </a:fld>
            <a:endParaRPr lang="en-US" dirty="0"/>
          </a:p>
        </p:txBody>
      </p:sp>
      <p:sp>
        <p:nvSpPr>
          <p:cNvPr id="10" name="Footer Placeholder 9"/>
          <p:cNvSpPr>
            <a:spLocks noGrp="1"/>
          </p:cNvSpPr>
          <p:nvPr>
            <p:ph type="ftr" sz="quarter" idx="3"/>
          </p:nvPr>
        </p:nvSpPr>
        <p:spPr>
          <a:xfrm>
            <a:off x="7620000" y="6305550"/>
            <a:ext cx="3860800" cy="476250"/>
          </a:xfrm>
          <a:prstGeom prst="rect">
            <a:avLst/>
          </a:prstGeom>
        </p:spPr>
        <p:txBody>
          <a:bodyPr anchor="b"/>
          <a:lstStyle>
            <a:lvl1pPr eaLnBrk="1" latinLnBrk="0" hangingPunct="1">
              <a:defRPr kumimoji="0" sz="1200">
                <a:solidFill>
                  <a:schemeClr val="tx2"/>
                </a:solidFill>
                <a:effectLst/>
              </a:defRPr>
            </a:lvl1pPr>
            <a:extLst/>
          </a:lstStyle>
          <a:p>
            <a:endParaRPr lang="en-US" dirty="0"/>
          </a:p>
        </p:txBody>
      </p:sp>
      <p:sp>
        <p:nvSpPr>
          <p:cNvPr id="22" name="Slide Number Placeholder 21"/>
          <p:cNvSpPr>
            <a:spLocks noGrp="1"/>
          </p:cNvSpPr>
          <p:nvPr>
            <p:ph type="sldNum" sz="quarter" idx="4"/>
          </p:nvPr>
        </p:nvSpPr>
        <p:spPr>
          <a:xfrm>
            <a:off x="11484864" y="6305550"/>
            <a:ext cx="609600" cy="476250"/>
          </a:xfrm>
          <a:prstGeom prst="rect">
            <a:avLst/>
          </a:prstGeom>
        </p:spPr>
        <p:txBody>
          <a:bodyPr anchor="b"/>
          <a:lstStyle>
            <a:lvl1pPr algn="ctr" eaLnBrk="1" latinLnBrk="0" hangingPunct="1">
              <a:defRPr kumimoji="0" sz="1200">
                <a:solidFill>
                  <a:schemeClr val="tx2"/>
                </a:solidFill>
                <a:effectLst/>
              </a:defRPr>
            </a:lvl1pPr>
            <a:extLst/>
          </a:lstStyle>
          <a:p>
            <a:fld id="{401CF334-2D5C-4859-84A6-CA7E6E43FAEB}" type="slidenum">
              <a:rPr lang="en-US" smtClean="0"/>
              <a:pPr/>
              <a:t>‹#›</a:t>
            </a:fld>
            <a:endParaRPr lang="en-US"/>
          </a:p>
        </p:txBody>
      </p:sp>
      <p:sp>
        <p:nvSpPr>
          <p:cNvPr id="3" name="Rectangle 2"/>
          <p:cNvSpPr/>
          <p:nvPr/>
        </p:nvSpPr>
        <p:spPr>
          <a:xfrm>
            <a:off x="0" y="-3632"/>
            <a:ext cx="12188952" cy="6858000"/>
          </a:xfrm>
          <a:prstGeom prst="rect">
            <a:avLst/>
          </a:prstGeom>
          <a:gradFill flip="none" rotWithShape="1">
            <a:gsLst>
              <a:gs pos="0">
                <a:schemeClr val="bg2">
                  <a:lumMod val="90000"/>
                </a:schemeClr>
              </a:gs>
              <a:gs pos="50000">
                <a:schemeClr val="bg2"/>
              </a:gs>
              <a:gs pos="100000">
                <a:schemeClr val="bg1"/>
              </a:gs>
            </a:gsLst>
            <a:path path="circle">
              <a:fillToRect l="100000" t="100000"/>
            </a:path>
            <a:tileRect r="-100000" b="-100000"/>
          </a:gradFill>
          <a:ln>
            <a:noFill/>
          </a:ln>
          <a:effectLst/>
        </p:spPr>
        <p:style>
          <a:lnRef idx="3">
            <a:schemeClr val="lt1"/>
          </a:lnRef>
          <a:fillRef idx="1">
            <a:schemeClr val="accent2"/>
          </a:fillRef>
          <a:effectRef idx="1">
            <a:schemeClr val="accent2"/>
          </a:effectRef>
          <a:fontRef idx="minor">
            <a:schemeClr val="lt1"/>
          </a:fontRef>
        </p:style>
        <p:txBody>
          <a:bodyPr rtlCol="0" anchor="ctr"/>
          <a:lstStyle/>
          <a:p>
            <a:pPr algn="ctr"/>
            <a:endParaRPr lang="en-US" dirty="0"/>
          </a:p>
        </p:txBody>
      </p:sp>
      <p:grpSp>
        <p:nvGrpSpPr>
          <p:cNvPr id="8" name="Group 7"/>
          <p:cNvGrpSpPr/>
          <p:nvPr userDrawn="1"/>
        </p:nvGrpSpPr>
        <p:grpSpPr>
          <a:xfrm>
            <a:off x="-13023" y="-5589"/>
            <a:ext cx="1482350" cy="6868109"/>
            <a:chOff x="-13023" y="-5589"/>
            <a:chExt cx="1482350" cy="6868109"/>
          </a:xfrm>
        </p:grpSpPr>
        <p:grpSp>
          <p:nvGrpSpPr>
            <p:cNvPr id="6" name="Group 5"/>
            <p:cNvGrpSpPr/>
            <p:nvPr userDrawn="1"/>
          </p:nvGrpSpPr>
          <p:grpSpPr>
            <a:xfrm>
              <a:off x="20147" y="-5589"/>
              <a:ext cx="1397008" cy="6858000"/>
              <a:chOff x="1097" y="-4624"/>
              <a:chExt cx="1397008" cy="6857406"/>
            </a:xfrm>
          </p:grpSpPr>
          <p:sp>
            <p:nvSpPr>
              <p:cNvPr id="18" name="Freeform 4"/>
              <p:cNvSpPr>
                <a:spLocks/>
              </p:cNvSpPr>
              <p:nvPr/>
            </p:nvSpPr>
            <p:spPr bwMode="ltGray">
              <a:xfrm flipH="1">
                <a:off x="13149" y="-4624"/>
                <a:ext cx="1367425" cy="6837767"/>
              </a:xfrm>
              <a:custGeom>
                <a:avLst/>
                <a:gdLst>
                  <a:gd name="T0" fmla="*/ 0 w 1000"/>
                  <a:gd name="T1" fmla="*/ 0 h 720"/>
                  <a:gd name="T2" fmla="*/ 0 w 1000"/>
                  <a:gd name="T3" fmla="*/ 720 h 720"/>
                  <a:gd name="T4" fmla="*/ 1000 w 1000"/>
                  <a:gd name="T5" fmla="*/ 720 h 720"/>
                  <a:gd name="T6" fmla="*/ 1000 w 1000"/>
                  <a:gd name="T7" fmla="*/ 0 h 720"/>
                  <a:gd name="T8" fmla="*/ 0 w 1000"/>
                  <a:gd name="T9" fmla="*/ 0 h 720"/>
                </a:gdLst>
                <a:ahLst/>
                <a:cxnLst>
                  <a:cxn ang="0">
                    <a:pos x="T0" y="T1"/>
                  </a:cxn>
                  <a:cxn ang="0">
                    <a:pos x="T2" y="T3"/>
                  </a:cxn>
                  <a:cxn ang="0">
                    <a:pos x="T4" y="T5"/>
                  </a:cxn>
                  <a:cxn ang="0">
                    <a:pos x="T6" y="T7"/>
                  </a:cxn>
                  <a:cxn ang="0">
                    <a:pos x="T8" y="T9"/>
                  </a:cxn>
                </a:cxnLst>
                <a:rect l="0" t="0" r="r" b="b"/>
                <a:pathLst>
                  <a:path w="1000" h="720">
                    <a:moveTo>
                      <a:pt x="0" y="0"/>
                    </a:moveTo>
                    <a:lnTo>
                      <a:pt x="0" y="720"/>
                    </a:lnTo>
                    <a:lnTo>
                      <a:pt x="1000" y="720"/>
                    </a:lnTo>
                    <a:lnTo>
                      <a:pt x="1000" y="0"/>
                    </a:lnTo>
                    <a:lnTo>
                      <a:pt x="0" y="0"/>
                    </a:lnTo>
                    <a:close/>
                  </a:path>
                </a:pathLst>
              </a:custGeom>
              <a:solidFill>
                <a:schemeClr val="accent1"/>
              </a:solidFill>
              <a:ln w="9525">
                <a:solidFill>
                  <a:schemeClr val="tx1"/>
                </a:solidFill>
                <a:round/>
                <a:headEnd/>
                <a:tailEnd/>
              </a:ln>
            </p:spPr>
            <p:txBody>
              <a:bodyPr wrap="none" anchor="ctr"/>
              <a:lstStyle/>
              <a:p>
                <a:endParaRPr lang="en-US"/>
              </a:p>
            </p:txBody>
          </p:sp>
          <p:sp>
            <p:nvSpPr>
              <p:cNvPr id="19" name="Freeform 5"/>
              <p:cNvSpPr>
                <a:spLocks/>
              </p:cNvSpPr>
              <p:nvPr/>
            </p:nvSpPr>
            <p:spPr bwMode="ltGray">
              <a:xfrm flipH="1">
                <a:off x="13149" y="1692618"/>
                <a:ext cx="1367425" cy="501079"/>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w="9525">
                <a:solidFill>
                  <a:schemeClr val="tx1"/>
                </a:solidFill>
                <a:round/>
                <a:headEnd/>
                <a:tailEnd/>
              </a:ln>
            </p:spPr>
            <p:txBody>
              <a:bodyPr wrap="none" anchor="ctr"/>
              <a:lstStyle/>
              <a:p>
                <a:endParaRPr lang="en-US"/>
              </a:p>
            </p:txBody>
          </p:sp>
          <p:sp>
            <p:nvSpPr>
              <p:cNvPr id="20" name="Freeform 6"/>
              <p:cNvSpPr>
                <a:spLocks/>
              </p:cNvSpPr>
              <p:nvPr/>
            </p:nvSpPr>
            <p:spPr bwMode="ltGray">
              <a:xfrm flipH="1">
                <a:off x="14245" y="1286160"/>
                <a:ext cx="1367425" cy="502269"/>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w="9525">
                <a:solidFill>
                  <a:schemeClr val="tx1"/>
                </a:solidFill>
                <a:round/>
                <a:headEnd/>
                <a:tailEnd/>
              </a:ln>
            </p:spPr>
            <p:txBody>
              <a:bodyPr wrap="none" anchor="ctr"/>
              <a:lstStyle/>
              <a:p>
                <a:endParaRPr lang="en-US"/>
              </a:p>
            </p:txBody>
          </p:sp>
          <p:sp>
            <p:nvSpPr>
              <p:cNvPr id="21" name="Freeform 7"/>
              <p:cNvSpPr>
                <a:spLocks/>
              </p:cNvSpPr>
              <p:nvPr/>
            </p:nvSpPr>
            <p:spPr bwMode="ltGray">
              <a:xfrm flipH="1">
                <a:off x="13149" y="148913"/>
                <a:ext cx="1367425" cy="303504"/>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w="9525">
                <a:solidFill>
                  <a:schemeClr val="tx2"/>
                </a:solidFill>
                <a:round/>
                <a:headEnd/>
                <a:tailEnd/>
              </a:ln>
            </p:spPr>
            <p:txBody>
              <a:bodyPr wrap="none" anchor="ctr"/>
              <a:lstStyle/>
              <a:p>
                <a:endParaRPr lang="en-US"/>
              </a:p>
            </p:txBody>
          </p:sp>
          <p:sp>
            <p:nvSpPr>
              <p:cNvPr id="23" name="Freeform 8"/>
              <p:cNvSpPr>
                <a:spLocks/>
              </p:cNvSpPr>
              <p:nvPr/>
            </p:nvSpPr>
            <p:spPr bwMode="ltGray">
              <a:xfrm flipH="1">
                <a:off x="14245" y="983847"/>
                <a:ext cx="1367425" cy="3499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w="9525">
                <a:solidFill>
                  <a:schemeClr val="tx1"/>
                </a:solidFill>
                <a:round/>
                <a:headEnd/>
                <a:tailEnd/>
              </a:ln>
            </p:spPr>
            <p:txBody>
              <a:bodyPr wrap="none" anchor="ctr"/>
              <a:lstStyle/>
              <a:p>
                <a:endParaRPr lang="en-US"/>
              </a:p>
            </p:txBody>
          </p:sp>
          <p:sp>
            <p:nvSpPr>
              <p:cNvPr id="25" name="Freeform 9"/>
              <p:cNvSpPr>
                <a:spLocks/>
              </p:cNvSpPr>
              <p:nvPr/>
            </p:nvSpPr>
            <p:spPr bwMode="ltGray">
              <a:xfrm flipH="1">
                <a:off x="14245" y="679152"/>
                <a:ext cx="1367425" cy="430857"/>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w="9525">
                <a:solidFill>
                  <a:schemeClr val="tx1"/>
                </a:solidFill>
                <a:round/>
                <a:headEnd/>
                <a:tailEnd/>
              </a:ln>
            </p:spPr>
            <p:txBody>
              <a:bodyPr wrap="none" anchor="ctr"/>
              <a:lstStyle/>
              <a:p>
                <a:endParaRPr lang="en-US"/>
              </a:p>
            </p:txBody>
          </p:sp>
          <p:sp>
            <p:nvSpPr>
              <p:cNvPr id="26" name="Freeform 10"/>
              <p:cNvSpPr>
                <a:spLocks/>
              </p:cNvSpPr>
              <p:nvPr/>
            </p:nvSpPr>
            <p:spPr bwMode="ltGray">
              <a:xfrm flipH="1">
                <a:off x="13149" y="371483"/>
                <a:ext cx="1384956" cy="374917"/>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w="9525">
                <a:solidFill>
                  <a:schemeClr val="tx1"/>
                </a:solidFill>
                <a:round/>
                <a:headEnd/>
                <a:tailEnd/>
              </a:ln>
            </p:spPr>
            <p:txBody>
              <a:bodyPr wrap="none" anchor="ctr"/>
              <a:lstStyle/>
              <a:p>
                <a:endParaRPr lang="en-US"/>
              </a:p>
            </p:txBody>
          </p:sp>
          <p:sp>
            <p:nvSpPr>
              <p:cNvPr id="27" name="Freeform 11"/>
              <p:cNvSpPr>
                <a:spLocks/>
              </p:cNvSpPr>
              <p:nvPr/>
            </p:nvSpPr>
            <p:spPr bwMode="ltGray">
              <a:xfrm flipH="1">
                <a:off x="2192" y="3939738"/>
                <a:ext cx="1367425" cy="501079"/>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w="9525">
                <a:solidFill>
                  <a:schemeClr val="tx1"/>
                </a:solidFill>
                <a:round/>
                <a:headEnd/>
                <a:tailEnd/>
              </a:ln>
            </p:spPr>
            <p:txBody>
              <a:bodyPr wrap="none" anchor="ctr"/>
              <a:lstStyle/>
              <a:p>
                <a:endParaRPr lang="en-US"/>
              </a:p>
            </p:txBody>
          </p:sp>
          <p:sp>
            <p:nvSpPr>
              <p:cNvPr id="28" name="Freeform 12"/>
              <p:cNvSpPr>
                <a:spLocks/>
              </p:cNvSpPr>
              <p:nvPr/>
            </p:nvSpPr>
            <p:spPr bwMode="ltGray">
              <a:xfrm flipH="1">
                <a:off x="3288" y="3533280"/>
                <a:ext cx="1367425" cy="502269"/>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w="9525">
                <a:solidFill>
                  <a:schemeClr val="tx1"/>
                </a:solidFill>
                <a:round/>
                <a:headEnd/>
                <a:tailEnd/>
              </a:ln>
            </p:spPr>
            <p:txBody>
              <a:bodyPr wrap="none" anchor="ctr"/>
              <a:lstStyle/>
              <a:p>
                <a:endParaRPr lang="en-US"/>
              </a:p>
            </p:txBody>
          </p:sp>
          <p:sp>
            <p:nvSpPr>
              <p:cNvPr id="29" name="Freeform 13"/>
              <p:cNvSpPr>
                <a:spLocks/>
              </p:cNvSpPr>
              <p:nvPr/>
            </p:nvSpPr>
            <p:spPr bwMode="ltGray">
              <a:xfrm flipH="1">
                <a:off x="2192" y="2394843"/>
                <a:ext cx="1367425" cy="303504"/>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w="9525">
                <a:solidFill>
                  <a:schemeClr val="tx2"/>
                </a:solidFill>
                <a:round/>
                <a:headEnd/>
                <a:tailEnd/>
              </a:ln>
            </p:spPr>
            <p:txBody>
              <a:bodyPr wrap="none" anchor="ctr"/>
              <a:lstStyle/>
              <a:p>
                <a:endParaRPr lang="en-US"/>
              </a:p>
            </p:txBody>
          </p:sp>
          <p:sp>
            <p:nvSpPr>
              <p:cNvPr id="30" name="Freeform 14"/>
              <p:cNvSpPr>
                <a:spLocks/>
              </p:cNvSpPr>
              <p:nvPr/>
            </p:nvSpPr>
            <p:spPr bwMode="ltGray">
              <a:xfrm flipH="1">
                <a:off x="3288" y="3229776"/>
                <a:ext cx="1367425" cy="3499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w="9525">
                <a:solidFill>
                  <a:schemeClr val="tx1"/>
                </a:solidFill>
                <a:round/>
                <a:headEnd/>
                <a:tailEnd/>
              </a:ln>
            </p:spPr>
            <p:txBody>
              <a:bodyPr wrap="none" anchor="ctr"/>
              <a:lstStyle/>
              <a:p>
                <a:endParaRPr lang="en-US"/>
              </a:p>
            </p:txBody>
          </p:sp>
          <p:sp>
            <p:nvSpPr>
              <p:cNvPr id="31" name="Freeform 15"/>
              <p:cNvSpPr>
                <a:spLocks/>
              </p:cNvSpPr>
              <p:nvPr/>
            </p:nvSpPr>
            <p:spPr bwMode="ltGray">
              <a:xfrm flipH="1">
                <a:off x="2192" y="2926868"/>
                <a:ext cx="1367425" cy="429666"/>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w="9525">
                <a:solidFill>
                  <a:schemeClr val="tx1"/>
                </a:solidFill>
                <a:round/>
                <a:headEnd/>
                <a:tailEnd/>
              </a:ln>
            </p:spPr>
            <p:txBody>
              <a:bodyPr wrap="none" anchor="ctr"/>
              <a:lstStyle/>
              <a:p>
                <a:endParaRPr lang="en-US"/>
              </a:p>
            </p:txBody>
          </p:sp>
          <p:sp>
            <p:nvSpPr>
              <p:cNvPr id="32" name="Freeform 16"/>
              <p:cNvSpPr>
                <a:spLocks/>
              </p:cNvSpPr>
              <p:nvPr/>
            </p:nvSpPr>
            <p:spPr bwMode="ltGray">
              <a:xfrm flipH="1">
                <a:off x="3288" y="2616817"/>
                <a:ext cx="1384956" cy="376107"/>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w="9525">
                <a:solidFill>
                  <a:schemeClr val="tx1"/>
                </a:solidFill>
                <a:round/>
                <a:headEnd/>
                <a:tailEnd/>
              </a:ln>
            </p:spPr>
            <p:txBody>
              <a:bodyPr wrap="none" anchor="ctr"/>
              <a:lstStyle/>
              <a:p>
                <a:endParaRPr lang="en-US"/>
              </a:p>
            </p:txBody>
          </p:sp>
          <p:sp>
            <p:nvSpPr>
              <p:cNvPr id="33" name="Freeform 17"/>
              <p:cNvSpPr>
                <a:spLocks/>
              </p:cNvSpPr>
              <p:nvPr/>
            </p:nvSpPr>
            <p:spPr bwMode="ltGray">
              <a:xfrm flipH="1">
                <a:off x="13149" y="4970461"/>
                <a:ext cx="1367425" cy="501079"/>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w="9525">
                <a:solidFill>
                  <a:schemeClr val="tx1"/>
                </a:solidFill>
                <a:round/>
                <a:headEnd/>
                <a:tailEnd/>
              </a:ln>
            </p:spPr>
            <p:txBody>
              <a:bodyPr wrap="none" anchor="ctr"/>
              <a:lstStyle/>
              <a:p>
                <a:endParaRPr lang="en-US"/>
              </a:p>
            </p:txBody>
          </p:sp>
          <p:sp>
            <p:nvSpPr>
              <p:cNvPr id="34" name="Freeform 18"/>
              <p:cNvSpPr>
                <a:spLocks/>
              </p:cNvSpPr>
              <p:nvPr/>
            </p:nvSpPr>
            <p:spPr bwMode="ltGray">
              <a:xfrm flipH="1">
                <a:off x="14245" y="4564004"/>
                <a:ext cx="1367425" cy="502269"/>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w="9525">
                <a:solidFill>
                  <a:schemeClr val="tx1"/>
                </a:solidFill>
                <a:round/>
                <a:headEnd/>
                <a:tailEnd/>
              </a:ln>
            </p:spPr>
            <p:txBody>
              <a:bodyPr wrap="none" anchor="ctr"/>
              <a:lstStyle/>
              <a:p>
                <a:endParaRPr lang="en-US"/>
              </a:p>
            </p:txBody>
          </p:sp>
          <p:sp>
            <p:nvSpPr>
              <p:cNvPr id="35" name="Freeform 19"/>
              <p:cNvSpPr>
                <a:spLocks/>
              </p:cNvSpPr>
              <p:nvPr/>
            </p:nvSpPr>
            <p:spPr bwMode="ltGray">
              <a:xfrm flipH="1">
                <a:off x="2192" y="5672686"/>
                <a:ext cx="1367425" cy="303504"/>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w="9525">
                <a:solidFill>
                  <a:schemeClr val="tx2"/>
                </a:solidFill>
                <a:round/>
                <a:headEnd/>
                <a:tailEnd/>
              </a:ln>
            </p:spPr>
            <p:txBody>
              <a:bodyPr wrap="none" anchor="ctr"/>
              <a:lstStyle/>
              <a:p>
                <a:endParaRPr lang="en-US"/>
              </a:p>
            </p:txBody>
          </p:sp>
          <p:sp>
            <p:nvSpPr>
              <p:cNvPr id="36" name="Freeform 20"/>
              <p:cNvSpPr>
                <a:spLocks/>
              </p:cNvSpPr>
              <p:nvPr/>
            </p:nvSpPr>
            <p:spPr bwMode="ltGray">
              <a:xfrm rot="16200000" flipH="1">
                <a:off x="512729" y="5994798"/>
                <a:ext cx="346352" cy="1369616"/>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Lst>
                <a:ahLst/>
                <a:cxnLst>
                  <a:cxn ang="0">
                    <a:pos x="T0" y="T1"/>
                  </a:cxn>
                  <a:cxn ang="0">
                    <a:pos x="T2" y="T3"/>
                  </a:cxn>
                  <a:cxn ang="0">
                    <a:pos x="T4" y="T5"/>
                  </a:cxn>
                  <a:cxn ang="0">
                    <a:pos x="T6" y="T7"/>
                  </a:cxn>
                  <a:cxn ang="0">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w="9525">
                <a:solidFill>
                  <a:schemeClr val="tx1"/>
                </a:solidFill>
                <a:round/>
                <a:headEnd/>
                <a:tailEnd/>
              </a:ln>
            </p:spPr>
            <p:txBody>
              <a:bodyPr wrap="none" anchor="ctr"/>
              <a:lstStyle/>
              <a:p>
                <a:endParaRPr lang="en-US"/>
              </a:p>
            </p:txBody>
          </p:sp>
          <p:sp>
            <p:nvSpPr>
              <p:cNvPr id="37" name="Freeform 21"/>
              <p:cNvSpPr>
                <a:spLocks/>
              </p:cNvSpPr>
              <p:nvPr/>
            </p:nvSpPr>
            <p:spPr bwMode="ltGray">
              <a:xfrm flipH="1">
                <a:off x="2192" y="6204711"/>
                <a:ext cx="1367425" cy="429666"/>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w="9525">
                <a:solidFill>
                  <a:schemeClr val="tx1"/>
                </a:solidFill>
                <a:round/>
                <a:headEnd/>
                <a:tailEnd/>
              </a:ln>
            </p:spPr>
            <p:txBody>
              <a:bodyPr wrap="none" anchor="ctr"/>
              <a:lstStyle/>
              <a:p>
                <a:endParaRPr lang="en-US"/>
              </a:p>
            </p:txBody>
          </p:sp>
          <p:sp>
            <p:nvSpPr>
              <p:cNvPr id="38" name="Freeform 22"/>
              <p:cNvSpPr>
                <a:spLocks/>
              </p:cNvSpPr>
              <p:nvPr/>
            </p:nvSpPr>
            <p:spPr bwMode="ltGray">
              <a:xfrm flipH="1">
                <a:off x="3288" y="5894661"/>
                <a:ext cx="1384956" cy="376107"/>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w="9525">
                <a:solidFill>
                  <a:schemeClr val="tx1"/>
                </a:solidFill>
                <a:round/>
                <a:headEnd/>
                <a:tailEnd/>
              </a:ln>
            </p:spPr>
            <p:txBody>
              <a:bodyPr wrap="none" anchor="ctr"/>
              <a:lstStyle/>
              <a:p>
                <a:endParaRPr lang="en-US"/>
              </a:p>
            </p:txBody>
          </p:sp>
        </p:grpSp>
        <p:sp>
          <p:nvSpPr>
            <p:cNvPr id="16" name="Freeform 23"/>
            <p:cNvSpPr>
              <a:spLocks/>
            </p:cNvSpPr>
            <p:nvPr/>
          </p:nvSpPr>
          <p:spPr bwMode="ltGray">
            <a:xfrm rot="16200000" flipH="1">
              <a:off x="-2995169" y="2977523"/>
              <a:ext cx="6867143" cy="902851"/>
            </a:xfrm>
            <a:custGeom>
              <a:avLst/>
              <a:gdLst>
                <a:gd name="T0" fmla="*/ 0 w 5762"/>
                <a:gd name="T1" fmla="*/ 196 h 385"/>
                <a:gd name="T2" fmla="*/ 5762 w 5762"/>
                <a:gd name="T3" fmla="*/ 188 h 385"/>
                <a:gd name="T4" fmla="*/ 5762 w 5762"/>
                <a:gd name="T5" fmla="*/ 4 h 385"/>
                <a:gd name="T6" fmla="*/ 0 w 5762"/>
                <a:gd name="T7" fmla="*/ 0 h 385"/>
                <a:gd name="T8" fmla="*/ 0 w 5762"/>
                <a:gd name="T9" fmla="*/ 196 h 385"/>
              </a:gdLst>
              <a:ahLst/>
              <a:cxnLst>
                <a:cxn ang="0">
                  <a:pos x="T0" y="T1"/>
                </a:cxn>
                <a:cxn ang="0">
                  <a:pos x="T2" y="T3"/>
                </a:cxn>
                <a:cxn ang="0">
                  <a:pos x="T4" y="T5"/>
                </a:cxn>
                <a:cxn ang="0">
                  <a:pos x="T6" y="T7"/>
                </a:cxn>
                <a:cxn ang="0">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0" scaled="1"/>
            </a:gradFill>
            <a:ln w="9525" cap="flat">
              <a:no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 name="Freeform 24"/>
            <p:cNvSpPr>
              <a:spLocks/>
            </p:cNvSpPr>
            <p:nvPr/>
          </p:nvSpPr>
          <p:spPr bwMode="ltGray">
            <a:xfrm rot="16200000" flipH="1">
              <a:off x="-2170536" y="3221067"/>
              <a:ext cx="6865553" cy="414172"/>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Lst>
              <a:ahLst/>
              <a:cxnLst>
                <a:cxn ang="0">
                  <a:pos x="T0" y="T1"/>
                </a:cxn>
                <a:cxn ang="0">
                  <a:pos x="T2" y="T3"/>
                </a:cxn>
                <a:cxn ang="0">
                  <a:pos x="T4" y="T5"/>
                </a:cxn>
                <a:cxn ang="0">
                  <a:pos x="T6" y="T7"/>
                </a:cxn>
                <a:cxn ang="0">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0" scaled="1"/>
            </a:gradFill>
            <a:ln w="9525" cap="flat">
              <a:no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9" name="Text Placeholder 8"/>
          <p:cNvSpPr>
            <a:spLocks noGrp="1"/>
          </p:cNvSpPr>
          <p:nvPr userDrawn="1">
            <p:ph type="body" idx="1"/>
          </p:nvPr>
        </p:nvSpPr>
        <p:spPr>
          <a:xfrm>
            <a:off x="1914144" y="1447800"/>
            <a:ext cx="9997440" cy="4800600"/>
          </a:xfrm>
          <a:prstGeom prst="rect">
            <a:avLst/>
          </a:prstGeom>
        </p:spPr>
        <p:txBody>
          <a:bodyPr>
            <a:normAutofit/>
          </a:bodyPr>
          <a:lstStyle/>
          <a:p>
            <a:pPr lvl="0" eaLnBrk="1" latinLnBrk="0" hangingPunct="1"/>
            <a:r>
              <a:rPr kumimoji="0" lang="en-US"/>
              <a:t>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endParaRPr kumimoji="0" lang="en-US" dirty="0"/>
          </a:p>
        </p:txBody>
      </p:sp>
      <p:sp>
        <p:nvSpPr>
          <p:cNvPr id="5" name="Title Placeholder 4"/>
          <p:cNvSpPr>
            <a:spLocks noGrp="1"/>
          </p:cNvSpPr>
          <p:nvPr userDrawn="1">
            <p:ph type="title"/>
          </p:nvPr>
        </p:nvSpPr>
        <p:spPr>
          <a:xfrm>
            <a:off x="1914144" y="274638"/>
            <a:ext cx="9997440" cy="1143000"/>
          </a:xfrm>
          <a:prstGeom prst="rect">
            <a:avLst/>
          </a:prstGeom>
        </p:spPr>
        <p:txBody>
          <a:bodyPr anchor="ctr">
            <a:normAutofit/>
          </a:bodyPr>
          <a:lstStyle/>
          <a:p>
            <a:r>
              <a:rPr kumimoji="0" lang="en-US"/>
              <a:t>Click to edit Master title style</a:t>
            </a:r>
            <a:endParaRPr kumimoji="0" lang="en-US" dirty="0"/>
          </a:p>
        </p:txBody>
      </p:sp>
    </p:spTree>
    <p:extLst>
      <p:ext uri="{BB962C8B-B14F-4D97-AF65-F5344CB8AC3E}">
        <p14:creationId xmlns:p14="http://schemas.microsoft.com/office/powerpoint/2010/main" val="2514842057"/>
      </p:ext>
    </p:extLst>
  </p:cSld>
  <p:clrMap bg1="lt1" tx1="dk1" bg2="lt2" tx2="dk2" accent1="accent1" accent2="accent2" accent3="accent3" accent4="accent4" accent5="accent5" accent6="accent6" hlink="hlink" folHlink="folHlink"/>
  <p:sldLayoutIdLst>
    <p:sldLayoutId id="2147483698" r:id="rId1"/>
    <p:sldLayoutId id="2147483697"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68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1753780" y="375411"/>
            <a:ext cx="10071027" cy="1608839"/>
          </a:xfrm>
        </p:spPr>
        <p:txBody>
          <a:bodyPr>
            <a:noAutofit/>
          </a:bodyPr>
          <a:lstStyle/>
          <a:p>
            <a:pPr algn="ctr"/>
            <a:r>
              <a:rPr lang="en-US" sz="8800" u="sng" dirty="0">
                <a:latin typeface="Calibri" panose="020F0502020204030204" pitchFamily="34" charset="0"/>
              </a:rPr>
              <a:t>Course Introduction</a:t>
            </a:r>
          </a:p>
        </p:txBody>
      </p:sp>
      <p:sp>
        <p:nvSpPr>
          <p:cNvPr id="2" name="TextBox 1">
            <a:extLst>
              <a:ext uri="{FF2B5EF4-FFF2-40B4-BE49-F238E27FC236}">
                <a16:creationId xmlns:a16="http://schemas.microsoft.com/office/drawing/2014/main" id="{63FA763A-849E-46B9-8AEE-24CEB780A7C9}"/>
              </a:ext>
            </a:extLst>
          </p:cNvPr>
          <p:cNvSpPr txBox="1"/>
          <p:nvPr/>
        </p:nvSpPr>
        <p:spPr>
          <a:xfrm>
            <a:off x="2112884" y="3407689"/>
            <a:ext cx="9099613" cy="830997"/>
          </a:xfrm>
          <a:prstGeom prst="rect">
            <a:avLst/>
          </a:prstGeom>
          <a:solidFill>
            <a:schemeClr val="bg1"/>
          </a:solidFill>
          <a:ln>
            <a:solidFill>
              <a:schemeClr val="tx1"/>
            </a:solidFill>
          </a:ln>
        </p:spPr>
        <p:txBody>
          <a:bodyPr wrap="square" rtlCol="0" anchor="ctr" anchorCtr="1">
            <a:spAutoFit/>
          </a:bodyPr>
          <a:lstStyle/>
          <a:p>
            <a:r>
              <a:rPr lang="en-US" sz="4800" dirty="0">
                <a:latin typeface="Abadi" panose="020B0604020202020204" pitchFamily="34" charset="0"/>
              </a:rPr>
              <a:t>Welcome to ENGL 3110</a:t>
            </a:r>
          </a:p>
        </p:txBody>
      </p:sp>
    </p:spTree>
    <p:extLst>
      <p:ext uri="{BB962C8B-B14F-4D97-AF65-F5344CB8AC3E}">
        <p14:creationId xmlns:p14="http://schemas.microsoft.com/office/powerpoint/2010/main" val="4137776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a:extLst>
              <a:ext uri="{FF2B5EF4-FFF2-40B4-BE49-F238E27FC236}">
                <a16:creationId xmlns:a16="http://schemas.microsoft.com/office/drawing/2014/main" id="{C2B29B32-28E2-868E-4733-EA181C60B51B}"/>
              </a:ext>
            </a:extLst>
          </p:cNvPr>
          <p:cNvPicPr>
            <a:picLocks noGrp="1" noChangeAspect="1"/>
          </p:cNvPicPr>
          <p:nvPr>
            <p:ph idx="1"/>
          </p:nvPr>
        </p:nvPicPr>
        <p:blipFill>
          <a:blip r:embed="rId2"/>
          <a:stretch>
            <a:fillRect/>
          </a:stretch>
        </p:blipFill>
        <p:spPr>
          <a:xfrm>
            <a:off x="1560996" y="1696957"/>
            <a:ext cx="4689701" cy="3268581"/>
          </a:xfrm>
          <a:prstGeom prst="rect">
            <a:avLst/>
          </a:prstGeom>
        </p:spPr>
      </p:pic>
      <p:sp>
        <p:nvSpPr>
          <p:cNvPr id="4" name="Title 3"/>
          <p:cNvSpPr>
            <a:spLocks noGrp="1"/>
          </p:cNvSpPr>
          <p:nvPr>
            <p:ph type="title"/>
          </p:nvPr>
        </p:nvSpPr>
        <p:spPr/>
        <p:txBody>
          <a:bodyPr>
            <a:normAutofit/>
          </a:bodyPr>
          <a:lstStyle/>
          <a:p>
            <a:r>
              <a:rPr lang="en-US" dirty="0"/>
              <a:t>Two Phrases with a Conjunction</a:t>
            </a:r>
          </a:p>
        </p:txBody>
      </p:sp>
      <p:pic>
        <p:nvPicPr>
          <p:cNvPr id="3" name="Picture 2">
            <a:extLst>
              <a:ext uri="{FF2B5EF4-FFF2-40B4-BE49-F238E27FC236}">
                <a16:creationId xmlns:a16="http://schemas.microsoft.com/office/drawing/2014/main" id="{365CB045-E600-5B5E-B754-196A7C0555CB}"/>
              </a:ext>
            </a:extLst>
          </p:cNvPr>
          <p:cNvPicPr>
            <a:picLocks noChangeAspect="1"/>
          </p:cNvPicPr>
          <p:nvPr/>
        </p:nvPicPr>
        <p:blipFill>
          <a:blip r:embed="rId3"/>
          <a:stretch>
            <a:fillRect/>
          </a:stretch>
        </p:blipFill>
        <p:spPr>
          <a:xfrm>
            <a:off x="6389441" y="1696957"/>
            <a:ext cx="4942173" cy="3266380"/>
          </a:xfrm>
          <a:prstGeom prst="rect">
            <a:avLst/>
          </a:prstGeom>
        </p:spPr>
      </p:pic>
    </p:spTree>
    <p:extLst>
      <p:ext uri="{BB962C8B-B14F-4D97-AF65-F5344CB8AC3E}">
        <p14:creationId xmlns:p14="http://schemas.microsoft.com/office/powerpoint/2010/main" val="2632537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73EA8-16FB-0EE6-B567-3FBA990B5984}"/>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5D9C4EE-83EC-145B-5E65-F99118E021CA}"/>
              </a:ext>
            </a:extLst>
          </p:cNvPr>
          <p:cNvSpPr>
            <a:spLocks noGrp="1"/>
          </p:cNvSpPr>
          <p:nvPr>
            <p:ph idx="1"/>
          </p:nvPr>
        </p:nvSpPr>
        <p:spPr>
          <a:xfrm>
            <a:off x="1545841" y="1305716"/>
            <a:ext cx="10476826" cy="5490675"/>
          </a:xfrm>
        </p:spPr>
        <p:txBody>
          <a:bodyPr>
            <a:normAutofit/>
          </a:bodyPr>
          <a:lstStyle/>
          <a:p>
            <a:pPr marL="182880" indent="0">
              <a:lnSpc>
                <a:spcPct val="120000"/>
              </a:lnSpc>
              <a:spcBef>
                <a:spcPts val="1200"/>
              </a:spcBef>
              <a:spcAft>
                <a:spcPts val="0"/>
              </a:spcAft>
              <a:buNone/>
            </a:pPr>
            <a:r>
              <a:rPr lang="en-US" dirty="0">
                <a:highlight>
                  <a:srgbClr val="F2F2F2"/>
                </a:highlight>
                <a:latin typeface="Arial" panose="020B0604020202020204" pitchFamily="34" charset="0"/>
              </a:rPr>
              <a:t>Punctuation for PHRASES</a:t>
            </a:r>
          </a:p>
          <a:p>
            <a:pPr marL="971550" lvl="1" indent="-514350">
              <a:lnSpc>
                <a:spcPct val="120000"/>
              </a:lnSpc>
              <a:spcBef>
                <a:spcPts val="1200"/>
              </a:spcBef>
              <a:spcAft>
                <a:spcPts val="0"/>
              </a:spcAft>
              <a:buFont typeface="+mj-lt"/>
              <a:buAutoNum type="arabicPeriod"/>
            </a:pPr>
            <a:r>
              <a:rPr lang="en-US" dirty="0">
                <a:highlight>
                  <a:srgbClr val="F2F2F2"/>
                </a:highlight>
                <a:latin typeface="Arial" panose="020B0604020202020204" pitchFamily="34" charset="0"/>
              </a:rPr>
              <a:t>No comma needed for two phrases of any kind</a:t>
            </a:r>
          </a:p>
          <a:p>
            <a:pPr marL="1218438" lvl="2" indent="-514350">
              <a:lnSpc>
                <a:spcPct val="120000"/>
              </a:lnSpc>
              <a:spcBef>
                <a:spcPts val="1200"/>
              </a:spcBef>
              <a:spcAft>
                <a:spcPts val="0"/>
              </a:spcAft>
              <a:buFont typeface="+mj-lt"/>
              <a:buAutoNum type="arabicPeriod"/>
            </a:pPr>
            <a:r>
              <a:rPr lang="en-US" dirty="0">
                <a:highlight>
                  <a:srgbClr val="F2F2F2"/>
                </a:highlight>
                <a:latin typeface="Arial" panose="020B0604020202020204" pitchFamily="34" charset="0"/>
              </a:rPr>
              <a:t>Bob and Jim run.</a:t>
            </a:r>
          </a:p>
          <a:p>
            <a:pPr marL="1218438" lvl="2" indent="-514350">
              <a:lnSpc>
                <a:spcPct val="120000"/>
              </a:lnSpc>
              <a:spcBef>
                <a:spcPts val="1200"/>
              </a:spcBef>
              <a:spcAft>
                <a:spcPts val="0"/>
              </a:spcAft>
              <a:buFont typeface="+mj-lt"/>
              <a:buAutoNum type="arabicPeriod"/>
            </a:pPr>
            <a:r>
              <a:rPr lang="en-US" dirty="0">
                <a:highlight>
                  <a:srgbClr val="F2F2F2"/>
                </a:highlight>
                <a:latin typeface="Arial" panose="020B0604020202020204" pitchFamily="34" charset="0"/>
              </a:rPr>
              <a:t>Bob ,Jim run and jump.</a:t>
            </a:r>
          </a:p>
          <a:p>
            <a:pPr marL="1218438" lvl="2" indent="-514350">
              <a:lnSpc>
                <a:spcPct val="120000"/>
              </a:lnSpc>
              <a:spcBef>
                <a:spcPts val="1200"/>
              </a:spcBef>
              <a:spcAft>
                <a:spcPts val="0"/>
              </a:spcAft>
              <a:buFont typeface="+mj-lt"/>
              <a:buAutoNum type="arabicPeriod"/>
            </a:pPr>
            <a:r>
              <a:rPr lang="en-US" dirty="0">
                <a:highlight>
                  <a:srgbClr val="F2F2F2"/>
                </a:highlight>
                <a:latin typeface="Arial" panose="020B0604020202020204" pitchFamily="34" charset="0"/>
              </a:rPr>
              <a:t>Bob and Jim throw balls and frisbees but chase cars and ducks.</a:t>
            </a:r>
          </a:p>
          <a:p>
            <a:pPr marL="1218438" lvl="2" indent="-514350">
              <a:lnSpc>
                <a:spcPct val="120000"/>
              </a:lnSpc>
              <a:spcBef>
                <a:spcPts val="1200"/>
              </a:spcBef>
              <a:spcAft>
                <a:spcPts val="0"/>
              </a:spcAft>
              <a:buFont typeface="+mj-lt"/>
              <a:buAutoNum type="arabicPeriod"/>
            </a:pPr>
            <a:r>
              <a:rPr lang="en-US" dirty="0">
                <a:highlight>
                  <a:srgbClr val="F2F2F2"/>
                </a:highlight>
                <a:latin typeface="Arial" panose="020B0604020202020204" pitchFamily="34" charset="0"/>
              </a:rPr>
              <a:t>Bob and Jim throw balls and frisbees but chase cars and ducks on Sundays and on holidays.</a:t>
            </a:r>
          </a:p>
          <a:p>
            <a:pPr marL="1218438" lvl="2" indent="-514350">
              <a:lnSpc>
                <a:spcPct val="120000"/>
              </a:lnSpc>
              <a:spcBef>
                <a:spcPts val="1200"/>
              </a:spcBef>
              <a:spcAft>
                <a:spcPts val="0"/>
              </a:spcAft>
              <a:buFont typeface="+mj-lt"/>
              <a:buAutoNum type="arabicPeriod"/>
            </a:pPr>
            <a:r>
              <a:rPr lang="en-US" dirty="0">
                <a:highlight>
                  <a:srgbClr val="F2F2F2"/>
                </a:highlight>
                <a:latin typeface="Arial" panose="020B0604020202020204" pitchFamily="34" charset="0"/>
              </a:rPr>
              <a:t>Bob and Jim throw balls and frisbees but chase cars and ducks on Sundays and Mondays and on holidays.</a:t>
            </a:r>
          </a:p>
        </p:txBody>
      </p:sp>
      <p:sp>
        <p:nvSpPr>
          <p:cNvPr id="4" name="Title 3">
            <a:extLst>
              <a:ext uri="{FF2B5EF4-FFF2-40B4-BE49-F238E27FC236}">
                <a16:creationId xmlns:a16="http://schemas.microsoft.com/office/drawing/2014/main" id="{B392CD27-933D-6265-B2D3-CA0006F6BF7C}"/>
              </a:ext>
            </a:extLst>
          </p:cNvPr>
          <p:cNvSpPr>
            <a:spLocks noGrp="1"/>
          </p:cNvSpPr>
          <p:nvPr>
            <p:ph type="title"/>
          </p:nvPr>
        </p:nvSpPr>
        <p:spPr/>
        <p:txBody>
          <a:bodyPr>
            <a:normAutofit/>
          </a:bodyPr>
          <a:lstStyle/>
          <a:p>
            <a:r>
              <a:rPr lang="en-US" dirty="0"/>
              <a:t>Review</a:t>
            </a:r>
          </a:p>
        </p:txBody>
      </p:sp>
    </p:spTree>
    <p:extLst>
      <p:ext uri="{BB962C8B-B14F-4D97-AF65-F5344CB8AC3E}">
        <p14:creationId xmlns:p14="http://schemas.microsoft.com/office/powerpoint/2010/main" val="397797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13A28-95AF-C1BB-E57A-0CCE91054AE3}"/>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896F199-C664-8BAF-80F4-7DDFEBB1F753}"/>
              </a:ext>
            </a:extLst>
          </p:cNvPr>
          <p:cNvSpPr>
            <a:spLocks noGrp="1"/>
          </p:cNvSpPr>
          <p:nvPr>
            <p:ph idx="1"/>
          </p:nvPr>
        </p:nvSpPr>
        <p:spPr>
          <a:xfrm>
            <a:off x="1545841" y="1305716"/>
            <a:ext cx="10476826" cy="5490675"/>
          </a:xfrm>
        </p:spPr>
        <p:txBody>
          <a:bodyPr>
            <a:normAutofit/>
          </a:bodyPr>
          <a:lstStyle/>
          <a:p>
            <a:pPr marL="182880" indent="0">
              <a:lnSpc>
                <a:spcPct val="120000"/>
              </a:lnSpc>
              <a:spcBef>
                <a:spcPts val="1200"/>
              </a:spcBef>
              <a:spcAft>
                <a:spcPts val="0"/>
              </a:spcAft>
              <a:buNone/>
            </a:pPr>
            <a:r>
              <a:rPr lang="en-US" dirty="0">
                <a:highlight>
                  <a:srgbClr val="F2F2F2"/>
                </a:highlight>
                <a:latin typeface="Arial" panose="020B0604020202020204" pitchFamily="34" charset="0"/>
              </a:rPr>
              <a:t>Punctuation for PHRASES</a:t>
            </a:r>
          </a:p>
          <a:p>
            <a:pPr marL="971550" lvl="1" indent="-514350">
              <a:lnSpc>
                <a:spcPct val="120000"/>
              </a:lnSpc>
              <a:spcBef>
                <a:spcPts val="1200"/>
              </a:spcBef>
              <a:spcAft>
                <a:spcPts val="0"/>
              </a:spcAft>
              <a:buFont typeface="+mj-lt"/>
              <a:buAutoNum type="arabicPeriod"/>
            </a:pPr>
            <a:r>
              <a:rPr lang="en-US" dirty="0">
                <a:highlight>
                  <a:srgbClr val="F2F2F2"/>
                </a:highlight>
                <a:latin typeface="Arial" panose="020B0604020202020204" pitchFamily="34" charset="0"/>
              </a:rPr>
              <a:t>Needs a comma when you have THREE Phrases (a list)</a:t>
            </a:r>
          </a:p>
          <a:p>
            <a:pPr marL="1218438" lvl="2" indent="-514350">
              <a:lnSpc>
                <a:spcPct val="120000"/>
              </a:lnSpc>
              <a:spcBef>
                <a:spcPts val="1200"/>
              </a:spcBef>
              <a:spcAft>
                <a:spcPts val="0"/>
              </a:spcAft>
              <a:buFont typeface="+mj-lt"/>
              <a:buAutoNum type="arabicPeriod"/>
            </a:pPr>
            <a:r>
              <a:rPr lang="en-US" dirty="0">
                <a:highlight>
                  <a:srgbClr val="F2F2F2"/>
                </a:highlight>
                <a:latin typeface="Arial" panose="020B0604020202020204" pitchFamily="34" charset="0"/>
              </a:rPr>
              <a:t>Bob, Jim, and Pam run.</a:t>
            </a:r>
          </a:p>
          <a:p>
            <a:pPr marL="1218438" lvl="2" indent="-514350">
              <a:lnSpc>
                <a:spcPct val="120000"/>
              </a:lnSpc>
              <a:spcBef>
                <a:spcPts val="1200"/>
              </a:spcBef>
              <a:spcAft>
                <a:spcPts val="0"/>
              </a:spcAft>
              <a:buFont typeface="+mj-lt"/>
              <a:buAutoNum type="arabicPeriod"/>
            </a:pPr>
            <a:r>
              <a:rPr lang="en-US" dirty="0">
                <a:highlight>
                  <a:srgbClr val="F2F2F2"/>
                </a:highlight>
                <a:latin typeface="Arial" panose="020B0604020202020204" pitchFamily="34" charset="0"/>
              </a:rPr>
              <a:t>Bob and Jim run, jump, and skip.</a:t>
            </a:r>
          </a:p>
          <a:p>
            <a:pPr marL="1218438" lvl="2" indent="-514350">
              <a:lnSpc>
                <a:spcPct val="120000"/>
              </a:lnSpc>
              <a:spcBef>
                <a:spcPts val="1200"/>
              </a:spcBef>
              <a:spcAft>
                <a:spcPts val="0"/>
              </a:spcAft>
              <a:buFont typeface="+mj-lt"/>
              <a:buAutoNum type="arabicPeriod"/>
            </a:pPr>
            <a:r>
              <a:rPr lang="en-US" dirty="0">
                <a:highlight>
                  <a:srgbClr val="F2F2F2"/>
                </a:highlight>
                <a:latin typeface="Arial" panose="020B0604020202020204" pitchFamily="34" charset="0"/>
              </a:rPr>
              <a:t>Bob throws balls, frisbees, and javelins.</a:t>
            </a:r>
          </a:p>
          <a:p>
            <a:pPr marL="1218438" lvl="2" indent="-514350">
              <a:lnSpc>
                <a:spcPct val="120000"/>
              </a:lnSpc>
              <a:spcBef>
                <a:spcPts val="1200"/>
              </a:spcBef>
              <a:spcAft>
                <a:spcPts val="0"/>
              </a:spcAft>
              <a:buFont typeface="+mj-lt"/>
              <a:buAutoNum type="arabicPeriod"/>
            </a:pPr>
            <a:r>
              <a:rPr lang="en-US" dirty="0">
                <a:highlight>
                  <a:srgbClr val="F2F2F2"/>
                </a:highlight>
                <a:latin typeface="Arial" panose="020B0604020202020204" pitchFamily="34" charset="0"/>
              </a:rPr>
              <a:t>Bob throws balls, drive cars, and chase ducks.</a:t>
            </a:r>
          </a:p>
          <a:p>
            <a:pPr marL="1218438" lvl="2" indent="-514350">
              <a:lnSpc>
                <a:spcPct val="120000"/>
              </a:lnSpc>
              <a:spcBef>
                <a:spcPts val="1200"/>
              </a:spcBef>
              <a:spcAft>
                <a:spcPts val="0"/>
              </a:spcAft>
              <a:buFont typeface="+mj-lt"/>
              <a:buAutoNum type="arabicPeriod"/>
            </a:pPr>
            <a:r>
              <a:rPr lang="en-US" dirty="0">
                <a:highlight>
                  <a:srgbClr val="F2F2F2"/>
                </a:highlight>
                <a:latin typeface="Arial" panose="020B0604020202020204" pitchFamily="34" charset="0"/>
              </a:rPr>
              <a:t>Bob chases ducks on Sundays, Mondays, and holidays.</a:t>
            </a:r>
          </a:p>
        </p:txBody>
      </p:sp>
      <p:sp>
        <p:nvSpPr>
          <p:cNvPr id="4" name="Title 3">
            <a:extLst>
              <a:ext uri="{FF2B5EF4-FFF2-40B4-BE49-F238E27FC236}">
                <a16:creationId xmlns:a16="http://schemas.microsoft.com/office/drawing/2014/main" id="{92FC62F8-AA42-1A6F-1EA9-0948ACC188E2}"/>
              </a:ext>
            </a:extLst>
          </p:cNvPr>
          <p:cNvSpPr>
            <a:spLocks noGrp="1"/>
          </p:cNvSpPr>
          <p:nvPr>
            <p:ph type="title"/>
          </p:nvPr>
        </p:nvSpPr>
        <p:spPr/>
        <p:txBody>
          <a:bodyPr>
            <a:normAutofit/>
          </a:bodyPr>
          <a:lstStyle/>
          <a:p>
            <a:r>
              <a:rPr lang="en-US" dirty="0"/>
              <a:t>Review</a:t>
            </a:r>
          </a:p>
        </p:txBody>
      </p:sp>
    </p:spTree>
    <p:extLst>
      <p:ext uri="{BB962C8B-B14F-4D97-AF65-F5344CB8AC3E}">
        <p14:creationId xmlns:p14="http://schemas.microsoft.com/office/powerpoint/2010/main" val="1895607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87441-1CA7-081A-4DF6-20547FE8C3C8}"/>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9D9B4CC-97F0-1B8F-C2F5-6A3770F837F4}"/>
              </a:ext>
            </a:extLst>
          </p:cNvPr>
          <p:cNvSpPr>
            <a:spLocks noGrp="1"/>
          </p:cNvSpPr>
          <p:nvPr>
            <p:ph idx="1"/>
          </p:nvPr>
        </p:nvSpPr>
        <p:spPr>
          <a:xfrm>
            <a:off x="1545841" y="1305716"/>
            <a:ext cx="10476826" cy="5490675"/>
          </a:xfrm>
        </p:spPr>
        <p:txBody>
          <a:bodyPr>
            <a:normAutofit fontScale="92500" lnSpcReduction="10000"/>
          </a:bodyPr>
          <a:lstStyle/>
          <a:p>
            <a:pPr marL="182880" indent="0">
              <a:lnSpc>
                <a:spcPct val="120000"/>
              </a:lnSpc>
              <a:spcBef>
                <a:spcPts val="1200"/>
              </a:spcBef>
              <a:spcAft>
                <a:spcPts val="0"/>
              </a:spcAft>
              <a:buNone/>
            </a:pPr>
            <a:r>
              <a:rPr lang="en-US" dirty="0">
                <a:highlight>
                  <a:srgbClr val="F2F2F2"/>
                </a:highlight>
                <a:latin typeface="Arial" panose="020B0604020202020204" pitchFamily="34" charset="0"/>
              </a:rPr>
              <a:t>Punctuation for CLAUSES</a:t>
            </a:r>
          </a:p>
          <a:p>
            <a:pPr marL="971550" lvl="1" indent="-514350">
              <a:lnSpc>
                <a:spcPct val="120000"/>
              </a:lnSpc>
              <a:spcBef>
                <a:spcPts val="1200"/>
              </a:spcBef>
              <a:spcAft>
                <a:spcPts val="0"/>
              </a:spcAft>
            </a:pPr>
            <a:r>
              <a:rPr lang="en-US" dirty="0">
                <a:highlight>
                  <a:srgbClr val="F2F2F2"/>
                </a:highlight>
                <a:latin typeface="Arial" panose="020B0604020202020204" pitchFamily="34" charset="0"/>
              </a:rPr>
              <a:t>These rules change dramatically when you have clauses</a:t>
            </a:r>
          </a:p>
          <a:p>
            <a:pPr marL="1218438" lvl="2" indent="-514350">
              <a:lnSpc>
                <a:spcPct val="120000"/>
              </a:lnSpc>
              <a:spcBef>
                <a:spcPts val="1200"/>
              </a:spcBef>
              <a:spcAft>
                <a:spcPts val="0"/>
              </a:spcAft>
            </a:pPr>
            <a:r>
              <a:rPr lang="en-US" dirty="0">
                <a:highlight>
                  <a:srgbClr val="F2F2F2"/>
                </a:highlight>
                <a:latin typeface="Arial" panose="020B0604020202020204" pitchFamily="34" charset="0"/>
              </a:rPr>
              <a:t>Clauses are “sets” of subjects and verbs.</a:t>
            </a:r>
          </a:p>
          <a:p>
            <a:pPr marL="1218438" lvl="2" indent="-514350">
              <a:lnSpc>
                <a:spcPct val="120000"/>
              </a:lnSpc>
              <a:spcBef>
                <a:spcPts val="1200"/>
              </a:spcBef>
              <a:spcAft>
                <a:spcPts val="0"/>
              </a:spcAft>
            </a:pPr>
            <a:r>
              <a:rPr lang="en-US" dirty="0">
                <a:highlight>
                  <a:srgbClr val="F2F2F2"/>
                </a:highlight>
                <a:latin typeface="Arial" panose="020B0604020202020204" pitchFamily="34" charset="0"/>
              </a:rPr>
              <a:t>Clauses have a new “S” at the top.</a:t>
            </a:r>
          </a:p>
          <a:p>
            <a:pPr marL="1218438" lvl="2" indent="-514350">
              <a:lnSpc>
                <a:spcPct val="120000"/>
              </a:lnSpc>
              <a:spcBef>
                <a:spcPts val="1200"/>
              </a:spcBef>
              <a:spcAft>
                <a:spcPts val="0"/>
              </a:spcAft>
            </a:pPr>
            <a:r>
              <a:rPr lang="en-US" dirty="0">
                <a:highlight>
                  <a:srgbClr val="F2F2F2"/>
                </a:highlight>
                <a:latin typeface="Arial" panose="020B0604020202020204" pitchFamily="34" charset="0"/>
              </a:rPr>
              <a:t>Clauses for declarative sentences always have at least one subject and at least one verb.</a:t>
            </a:r>
          </a:p>
          <a:p>
            <a:pPr marL="971550" lvl="1" indent="-514350">
              <a:lnSpc>
                <a:spcPct val="120000"/>
              </a:lnSpc>
              <a:spcBef>
                <a:spcPts val="1200"/>
              </a:spcBef>
              <a:spcAft>
                <a:spcPts val="0"/>
              </a:spcAft>
            </a:pPr>
            <a:r>
              <a:rPr lang="en-US" dirty="0">
                <a:highlight>
                  <a:srgbClr val="F2F2F2"/>
                </a:highlight>
                <a:latin typeface="Arial" panose="020B0604020202020204" pitchFamily="34" charset="0"/>
              </a:rPr>
              <a:t>Two Phrases:</a:t>
            </a:r>
          </a:p>
          <a:p>
            <a:pPr marL="1218438" lvl="2" indent="-514350">
              <a:lnSpc>
                <a:spcPct val="120000"/>
              </a:lnSpc>
              <a:spcBef>
                <a:spcPts val="1200"/>
              </a:spcBef>
              <a:spcAft>
                <a:spcPts val="0"/>
              </a:spcAft>
            </a:pPr>
            <a:r>
              <a:rPr lang="en-US" dirty="0">
                <a:highlight>
                  <a:srgbClr val="F2F2F2"/>
                </a:highlight>
                <a:latin typeface="Arial" panose="020B0604020202020204" pitchFamily="34" charset="0"/>
              </a:rPr>
              <a:t>Bob and Jim run and skip.</a:t>
            </a:r>
          </a:p>
          <a:p>
            <a:pPr marL="971550" lvl="1" indent="-514350">
              <a:lnSpc>
                <a:spcPct val="120000"/>
              </a:lnSpc>
              <a:spcBef>
                <a:spcPts val="1200"/>
              </a:spcBef>
              <a:spcAft>
                <a:spcPts val="0"/>
              </a:spcAft>
            </a:pPr>
            <a:r>
              <a:rPr lang="en-US" dirty="0">
                <a:highlight>
                  <a:srgbClr val="F2F2F2"/>
                </a:highlight>
                <a:latin typeface="Arial" panose="020B0604020202020204" pitchFamily="34" charset="0"/>
              </a:rPr>
              <a:t>Two clauses</a:t>
            </a:r>
          </a:p>
          <a:p>
            <a:pPr marL="1218438" lvl="2" indent="-514350">
              <a:lnSpc>
                <a:spcPct val="120000"/>
              </a:lnSpc>
              <a:spcBef>
                <a:spcPts val="1200"/>
              </a:spcBef>
              <a:spcAft>
                <a:spcPts val="0"/>
              </a:spcAft>
            </a:pPr>
            <a:r>
              <a:rPr lang="en-US" dirty="0">
                <a:highlight>
                  <a:srgbClr val="F2F2F2"/>
                </a:highlight>
                <a:latin typeface="Arial" panose="020B0604020202020204" pitchFamily="34" charset="0"/>
              </a:rPr>
              <a:t>Bob runs, and Jim skips.</a:t>
            </a:r>
          </a:p>
        </p:txBody>
      </p:sp>
      <p:sp>
        <p:nvSpPr>
          <p:cNvPr id="4" name="Title 3">
            <a:extLst>
              <a:ext uri="{FF2B5EF4-FFF2-40B4-BE49-F238E27FC236}">
                <a16:creationId xmlns:a16="http://schemas.microsoft.com/office/drawing/2014/main" id="{07FB1CF2-114B-1363-216D-1B36C0F3CC07}"/>
              </a:ext>
            </a:extLst>
          </p:cNvPr>
          <p:cNvSpPr>
            <a:spLocks noGrp="1"/>
          </p:cNvSpPr>
          <p:nvPr>
            <p:ph type="title"/>
          </p:nvPr>
        </p:nvSpPr>
        <p:spPr/>
        <p:txBody>
          <a:bodyPr>
            <a:normAutofit/>
          </a:bodyPr>
          <a:lstStyle/>
          <a:p>
            <a:r>
              <a:rPr lang="en-US" dirty="0"/>
              <a:t>Review</a:t>
            </a:r>
          </a:p>
        </p:txBody>
      </p:sp>
    </p:spTree>
    <p:extLst>
      <p:ext uri="{BB962C8B-B14F-4D97-AF65-F5344CB8AC3E}">
        <p14:creationId xmlns:p14="http://schemas.microsoft.com/office/powerpoint/2010/main" val="3146709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545841" y="1305716"/>
            <a:ext cx="10476826" cy="5466020"/>
          </a:xfrm>
        </p:spPr>
        <p:txBody>
          <a:bodyPr>
            <a:normAutofit fontScale="77500" lnSpcReduction="20000"/>
          </a:bodyPr>
          <a:lstStyle/>
          <a:p>
            <a:pPr marL="697230" indent="-514350">
              <a:lnSpc>
                <a:spcPct val="107000"/>
              </a:lnSpc>
              <a:spcBef>
                <a:spcPts val="1200"/>
              </a:spcBef>
              <a:spcAft>
                <a:spcPts val="0"/>
              </a:spcAft>
            </a:pPr>
            <a:r>
              <a:rPr lang="en-US" sz="4000" i="0" dirty="0">
                <a:ea typeface="Calibri" panose="020F0502020204030204" pitchFamily="34" charset="0"/>
                <a:cs typeface="Times New Roman" panose="02020603050405020304" pitchFamily="18" charset="0"/>
              </a:rPr>
              <a:t>Coordinating Conjunctions (FANBOYS)</a:t>
            </a:r>
          </a:p>
          <a:p>
            <a:pPr marL="971550" lvl="1" indent="-514350">
              <a:lnSpc>
                <a:spcPct val="107000"/>
              </a:lnSpc>
              <a:spcBef>
                <a:spcPts val="1200"/>
              </a:spcBef>
              <a:spcAft>
                <a:spcPts val="0"/>
              </a:spcAft>
            </a:pPr>
            <a:r>
              <a:rPr lang="en-US" sz="3600" i="0" dirty="0">
                <a:ea typeface="Calibri" panose="020F0502020204030204" pitchFamily="34" charset="0"/>
                <a:cs typeface="Times New Roman" panose="02020603050405020304" pitchFamily="18" charset="0"/>
              </a:rPr>
              <a:t>Make </a:t>
            </a:r>
            <a:r>
              <a:rPr lang="en-US" sz="3600" i="0" u="sng" dirty="0">
                <a:ea typeface="Calibri" panose="020F0502020204030204" pitchFamily="34" charset="0"/>
                <a:cs typeface="Times New Roman" panose="02020603050405020304" pitchFamily="18" charset="0"/>
              </a:rPr>
              <a:t>Compound</a:t>
            </a:r>
            <a:r>
              <a:rPr lang="en-US" sz="3600" i="0" dirty="0">
                <a:ea typeface="Calibri" panose="020F0502020204030204" pitchFamily="34" charset="0"/>
                <a:cs typeface="Times New Roman" panose="02020603050405020304" pitchFamily="18" charset="0"/>
              </a:rPr>
              <a:t> Sentences</a:t>
            </a:r>
          </a:p>
          <a:p>
            <a:pPr marL="1218438" lvl="2" indent="-514350">
              <a:lnSpc>
                <a:spcPct val="107000"/>
              </a:lnSpc>
              <a:spcBef>
                <a:spcPts val="1200"/>
              </a:spcBef>
              <a:spcAft>
                <a:spcPts val="0"/>
              </a:spcAft>
            </a:pPr>
            <a:r>
              <a:rPr lang="en-US" sz="3200" dirty="0">
                <a:ea typeface="Calibri" panose="020F0502020204030204" pitchFamily="34" charset="0"/>
                <a:cs typeface="Times New Roman" panose="02020603050405020304" pitchFamily="18" charset="0"/>
              </a:rPr>
              <a:t>I like ice cream</a:t>
            </a:r>
            <a:r>
              <a:rPr lang="en-US" sz="3200" u="sng" dirty="0">
                <a:ea typeface="Calibri" panose="020F0502020204030204" pitchFamily="34" charset="0"/>
                <a:cs typeface="Times New Roman" panose="02020603050405020304" pitchFamily="18" charset="0"/>
              </a:rPr>
              <a:t>, and </a:t>
            </a:r>
            <a:r>
              <a:rPr lang="en-US" sz="3200" dirty="0">
                <a:ea typeface="Calibri" panose="020F0502020204030204" pitchFamily="34" charset="0"/>
                <a:cs typeface="Times New Roman" panose="02020603050405020304" pitchFamily="18" charset="0"/>
              </a:rPr>
              <a:t>I like cake.</a:t>
            </a:r>
          </a:p>
          <a:p>
            <a:pPr marL="697230" indent="-514350">
              <a:lnSpc>
                <a:spcPct val="107000"/>
              </a:lnSpc>
              <a:spcBef>
                <a:spcPts val="1200"/>
              </a:spcBef>
              <a:spcAft>
                <a:spcPts val="0"/>
              </a:spcAft>
            </a:pPr>
            <a:r>
              <a:rPr lang="en-US" sz="4000" i="0" dirty="0">
                <a:ea typeface="Calibri" panose="020F0502020204030204" pitchFamily="34" charset="0"/>
                <a:cs typeface="Times New Roman" panose="02020603050405020304" pitchFamily="18" charset="0"/>
              </a:rPr>
              <a:t>Subordinating Conjunctions (pass the flip test)</a:t>
            </a:r>
          </a:p>
          <a:p>
            <a:pPr marL="971550" lvl="1" indent="-514350">
              <a:lnSpc>
                <a:spcPct val="107000"/>
              </a:lnSpc>
              <a:spcBef>
                <a:spcPts val="1200"/>
              </a:spcBef>
              <a:spcAft>
                <a:spcPts val="0"/>
              </a:spcAft>
            </a:pPr>
            <a:r>
              <a:rPr lang="en-US" sz="3600" i="0" dirty="0">
                <a:ea typeface="Calibri" panose="020F0502020204030204" pitchFamily="34" charset="0"/>
                <a:cs typeface="Times New Roman" panose="02020603050405020304" pitchFamily="18" charset="0"/>
              </a:rPr>
              <a:t>Make </a:t>
            </a:r>
            <a:r>
              <a:rPr lang="en-US" sz="3600" i="0" u="sng" dirty="0">
                <a:ea typeface="Calibri" panose="020F0502020204030204" pitchFamily="34" charset="0"/>
                <a:cs typeface="Times New Roman" panose="02020603050405020304" pitchFamily="18" charset="0"/>
              </a:rPr>
              <a:t>Complex</a:t>
            </a:r>
            <a:r>
              <a:rPr lang="en-US" sz="3600" i="0" dirty="0">
                <a:ea typeface="Calibri" panose="020F0502020204030204" pitchFamily="34" charset="0"/>
                <a:cs typeface="Times New Roman" panose="02020603050405020304" pitchFamily="18" charset="0"/>
              </a:rPr>
              <a:t> Sentences</a:t>
            </a:r>
          </a:p>
          <a:p>
            <a:pPr marL="1218438" lvl="2" indent="-514350">
              <a:lnSpc>
                <a:spcPct val="107000"/>
              </a:lnSpc>
              <a:spcBef>
                <a:spcPts val="1200"/>
              </a:spcBef>
              <a:spcAft>
                <a:spcPts val="0"/>
              </a:spcAft>
            </a:pPr>
            <a:r>
              <a:rPr lang="en-US" sz="3200" dirty="0">
                <a:ea typeface="Calibri" panose="020F0502020204030204" pitchFamily="34" charset="0"/>
                <a:cs typeface="Times New Roman" panose="02020603050405020304" pitchFamily="18" charset="0"/>
              </a:rPr>
              <a:t>I like ice cream </a:t>
            </a:r>
            <a:r>
              <a:rPr lang="en-US" sz="3200" u="sng" dirty="0">
                <a:ea typeface="Calibri" panose="020F0502020204030204" pitchFamily="34" charset="0"/>
                <a:cs typeface="Times New Roman" panose="02020603050405020304" pitchFamily="18" charset="0"/>
              </a:rPr>
              <a:t>when</a:t>
            </a:r>
            <a:r>
              <a:rPr lang="en-US" sz="3200" dirty="0">
                <a:ea typeface="Calibri" panose="020F0502020204030204" pitchFamily="34" charset="0"/>
                <a:cs typeface="Times New Roman" panose="02020603050405020304" pitchFamily="18" charset="0"/>
              </a:rPr>
              <a:t> I eat cake.</a:t>
            </a:r>
          </a:p>
          <a:p>
            <a:pPr marL="1218438" lvl="2" indent="-514350">
              <a:lnSpc>
                <a:spcPct val="107000"/>
              </a:lnSpc>
              <a:spcBef>
                <a:spcPts val="1200"/>
              </a:spcBef>
              <a:spcAft>
                <a:spcPts val="0"/>
              </a:spcAft>
            </a:pPr>
            <a:r>
              <a:rPr lang="en-US" sz="3200" u="sng" dirty="0">
                <a:ea typeface="Calibri" panose="020F0502020204030204" pitchFamily="34" charset="0"/>
                <a:cs typeface="Times New Roman" panose="02020603050405020304" pitchFamily="18" charset="0"/>
              </a:rPr>
              <a:t>When</a:t>
            </a:r>
            <a:r>
              <a:rPr lang="en-US" sz="3200" dirty="0">
                <a:ea typeface="Calibri" panose="020F0502020204030204" pitchFamily="34" charset="0"/>
                <a:cs typeface="Times New Roman" panose="02020603050405020304" pitchFamily="18" charset="0"/>
              </a:rPr>
              <a:t> I eat cake</a:t>
            </a:r>
            <a:r>
              <a:rPr lang="en-US" sz="3200" u="sng" dirty="0">
                <a:ea typeface="Calibri" panose="020F0502020204030204" pitchFamily="34" charset="0"/>
                <a:cs typeface="Times New Roman" panose="02020603050405020304" pitchFamily="18" charset="0"/>
              </a:rPr>
              <a:t>,</a:t>
            </a:r>
            <a:r>
              <a:rPr lang="en-US" sz="3200" dirty="0">
                <a:ea typeface="Calibri" panose="020F0502020204030204" pitchFamily="34" charset="0"/>
                <a:cs typeface="Times New Roman" panose="02020603050405020304" pitchFamily="18" charset="0"/>
              </a:rPr>
              <a:t> I like ice cream.</a:t>
            </a:r>
            <a:endParaRPr lang="en-US" sz="3600" dirty="0">
              <a:ea typeface="Calibri" panose="020F0502020204030204" pitchFamily="34" charset="0"/>
              <a:cs typeface="Times New Roman" panose="02020603050405020304" pitchFamily="18" charset="0"/>
            </a:endParaRPr>
          </a:p>
          <a:p>
            <a:pPr marL="697230" indent="-514350">
              <a:lnSpc>
                <a:spcPct val="107000"/>
              </a:lnSpc>
              <a:spcBef>
                <a:spcPts val="1200"/>
              </a:spcBef>
              <a:spcAft>
                <a:spcPts val="0"/>
              </a:spcAft>
            </a:pPr>
            <a:r>
              <a:rPr lang="en-US" sz="4000" i="0" dirty="0">
                <a:ea typeface="Calibri" panose="020F0502020204030204" pitchFamily="34" charset="0"/>
                <a:cs typeface="Times New Roman" panose="02020603050405020304" pitchFamily="18" charset="0"/>
              </a:rPr>
              <a:t>Conjunctive Adverbs (However, Also)</a:t>
            </a:r>
          </a:p>
          <a:p>
            <a:pPr marL="971550" lvl="1" indent="-514350">
              <a:lnSpc>
                <a:spcPct val="107000"/>
              </a:lnSpc>
              <a:spcBef>
                <a:spcPts val="1200"/>
              </a:spcBef>
              <a:spcAft>
                <a:spcPts val="0"/>
              </a:spcAft>
            </a:pPr>
            <a:r>
              <a:rPr lang="en-US" sz="3600" i="0" dirty="0">
                <a:ea typeface="Calibri" panose="020F0502020204030204" pitchFamily="34" charset="0"/>
                <a:cs typeface="Times New Roman" panose="02020603050405020304" pitchFamily="18" charset="0"/>
              </a:rPr>
              <a:t>Make Two </a:t>
            </a:r>
            <a:r>
              <a:rPr lang="en-US" sz="3600" i="0" u="sng" dirty="0">
                <a:ea typeface="Calibri" panose="020F0502020204030204" pitchFamily="34" charset="0"/>
                <a:cs typeface="Times New Roman" panose="02020603050405020304" pitchFamily="18" charset="0"/>
              </a:rPr>
              <a:t>Simple</a:t>
            </a:r>
            <a:r>
              <a:rPr lang="en-US" sz="3600" i="0" dirty="0">
                <a:ea typeface="Calibri" panose="020F0502020204030204" pitchFamily="34" charset="0"/>
                <a:cs typeface="Times New Roman" panose="02020603050405020304" pitchFamily="18" charset="0"/>
              </a:rPr>
              <a:t> Sentences</a:t>
            </a:r>
          </a:p>
          <a:p>
            <a:pPr marL="1218438" lvl="2" indent="-514350">
              <a:lnSpc>
                <a:spcPct val="107000"/>
              </a:lnSpc>
              <a:spcBef>
                <a:spcPts val="1200"/>
              </a:spcBef>
              <a:spcAft>
                <a:spcPts val="0"/>
              </a:spcAft>
            </a:pPr>
            <a:r>
              <a:rPr lang="en-US" sz="3200" dirty="0">
                <a:ea typeface="Calibri" panose="020F0502020204030204" pitchFamily="34" charset="0"/>
                <a:cs typeface="Times New Roman" panose="02020603050405020304" pitchFamily="18" charset="0"/>
              </a:rPr>
              <a:t>I like ice cream</a:t>
            </a:r>
            <a:r>
              <a:rPr lang="en-US" sz="3200" u="sng" dirty="0">
                <a:ea typeface="Calibri" panose="020F0502020204030204" pitchFamily="34" charset="0"/>
                <a:cs typeface="Times New Roman" panose="02020603050405020304" pitchFamily="18" charset="0"/>
              </a:rPr>
              <a:t>. Also, </a:t>
            </a:r>
            <a:r>
              <a:rPr lang="en-US" sz="3200" dirty="0">
                <a:ea typeface="Calibri" panose="020F0502020204030204" pitchFamily="34" charset="0"/>
                <a:cs typeface="Times New Roman" panose="02020603050405020304" pitchFamily="18" charset="0"/>
              </a:rPr>
              <a:t>I like cake.</a:t>
            </a:r>
          </a:p>
          <a:p>
            <a:pPr marL="1428750" lvl="3" indent="-514350">
              <a:lnSpc>
                <a:spcPct val="107000"/>
              </a:lnSpc>
              <a:spcBef>
                <a:spcPts val="1200"/>
              </a:spcBef>
              <a:spcAft>
                <a:spcPts val="0"/>
              </a:spcAft>
            </a:pPr>
            <a:endParaRPr lang="en-US" sz="3000" dirty="0">
              <a:ea typeface="Calibri" panose="020F0502020204030204" pitchFamily="34" charset="0"/>
              <a:cs typeface="Times New Roman" panose="02020603050405020304" pitchFamily="18" charset="0"/>
            </a:endParaRPr>
          </a:p>
        </p:txBody>
      </p:sp>
      <p:sp>
        <p:nvSpPr>
          <p:cNvPr id="4" name="Title 3"/>
          <p:cNvSpPr>
            <a:spLocks noGrp="1"/>
          </p:cNvSpPr>
          <p:nvPr>
            <p:ph type="title"/>
          </p:nvPr>
        </p:nvSpPr>
        <p:spPr/>
        <p:txBody>
          <a:bodyPr>
            <a:normAutofit/>
          </a:bodyPr>
          <a:lstStyle/>
          <a:p>
            <a:r>
              <a:rPr lang="en-US" dirty="0"/>
              <a:t>Review</a:t>
            </a:r>
          </a:p>
        </p:txBody>
      </p:sp>
    </p:spTree>
    <p:extLst>
      <p:ext uri="{BB962C8B-B14F-4D97-AF65-F5344CB8AC3E}">
        <p14:creationId xmlns:p14="http://schemas.microsoft.com/office/powerpoint/2010/main" val="2568133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486AF-51DC-EE6A-161C-F6A5081D22A3}"/>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B4E958E-761B-367B-EED7-4E4031C8976D}"/>
              </a:ext>
            </a:extLst>
          </p:cNvPr>
          <p:cNvSpPr>
            <a:spLocks noGrp="1"/>
          </p:cNvSpPr>
          <p:nvPr>
            <p:ph idx="1"/>
          </p:nvPr>
        </p:nvSpPr>
        <p:spPr>
          <a:xfrm>
            <a:off x="1545841" y="1305716"/>
            <a:ext cx="10476826" cy="5466020"/>
          </a:xfrm>
        </p:spPr>
        <p:txBody>
          <a:bodyPr>
            <a:normAutofit fontScale="77500" lnSpcReduction="20000"/>
          </a:bodyPr>
          <a:lstStyle/>
          <a:p>
            <a:pPr marL="697230" indent="-514350">
              <a:lnSpc>
                <a:spcPct val="107000"/>
              </a:lnSpc>
              <a:spcBef>
                <a:spcPts val="1200"/>
              </a:spcBef>
              <a:spcAft>
                <a:spcPts val="0"/>
              </a:spcAft>
            </a:pPr>
            <a:r>
              <a:rPr lang="en-US" sz="4000" i="0" dirty="0">
                <a:ea typeface="Calibri" panose="020F0502020204030204" pitchFamily="34" charset="0"/>
                <a:cs typeface="Times New Roman" panose="02020603050405020304" pitchFamily="18" charset="0"/>
              </a:rPr>
              <a:t>Coordinating Conjunctions (FANBOYS)</a:t>
            </a:r>
          </a:p>
          <a:p>
            <a:pPr marL="971550" lvl="1" indent="-514350">
              <a:lnSpc>
                <a:spcPct val="107000"/>
              </a:lnSpc>
              <a:spcBef>
                <a:spcPts val="1200"/>
              </a:spcBef>
              <a:spcAft>
                <a:spcPts val="0"/>
              </a:spcAft>
            </a:pPr>
            <a:r>
              <a:rPr lang="en-US" sz="3600" i="0" dirty="0">
                <a:ea typeface="Calibri" panose="020F0502020204030204" pitchFamily="34" charset="0"/>
                <a:cs typeface="Times New Roman" panose="02020603050405020304" pitchFamily="18" charset="0"/>
              </a:rPr>
              <a:t>Make </a:t>
            </a:r>
            <a:r>
              <a:rPr lang="en-US" sz="3600" i="0" u="sng" dirty="0">
                <a:ea typeface="Calibri" panose="020F0502020204030204" pitchFamily="34" charset="0"/>
                <a:cs typeface="Times New Roman" panose="02020603050405020304" pitchFamily="18" charset="0"/>
              </a:rPr>
              <a:t>Compound</a:t>
            </a:r>
            <a:r>
              <a:rPr lang="en-US" sz="3600" i="0" dirty="0">
                <a:ea typeface="Calibri" panose="020F0502020204030204" pitchFamily="34" charset="0"/>
                <a:cs typeface="Times New Roman" panose="02020603050405020304" pitchFamily="18" charset="0"/>
              </a:rPr>
              <a:t> Sentences</a:t>
            </a:r>
          </a:p>
          <a:p>
            <a:pPr marL="1218438" lvl="2" indent="-514350">
              <a:lnSpc>
                <a:spcPct val="107000"/>
              </a:lnSpc>
              <a:spcBef>
                <a:spcPts val="1200"/>
              </a:spcBef>
              <a:spcAft>
                <a:spcPts val="0"/>
              </a:spcAft>
            </a:pPr>
            <a:r>
              <a:rPr lang="en-US" sz="3200" dirty="0">
                <a:ea typeface="Calibri" panose="020F0502020204030204" pitchFamily="34" charset="0"/>
                <a:cs typeface="Times New Roman" panose="02020603050405020304" pitchFamily="18" charset="0"/>
              </a:rPr>
              <a:t>I like ice cream</a:t>
            </a:r>
            <a:r>
              <a:rPr lang="en-US" sz="3200" u="sng" dirty="0">
                <a:ea typeface="Calibri" panose="020F0502020204030204" pitchFamily="34" charset="0"/>
                <a:cs typeface="Times New Roman" panose="02020603050405020304" pitchFamily="18" charset="0"/>
              </a:rPr>
              <a:t>, and </a:t>
            </a:r>
            <a:r>
              <a:rPr lang="en-US" sz="3200" dirty="0">
                <a:ea typeface="Calibri" panose="020F0502020204030204" pitchFamily="34" charset="0"/>
                <a:cs typeface="Times New Roman" panose="02020603050405020304" pitchFamily="18" charset="0"/>
              </a:rPr>
              <a:t>I like cake.</a:t>
            </a:r>
          </a:p>
          <a:p>
            <a:pPr marL="697230" indent="-514350">
              <a:lnSpc>
                <a:spcPct val="107000"/>
              </a:lnSpc>
              <a:spcBef>
                <a:spcPts val="1200"/>
              </a:spcBef>
              <a:spcAft>
                <a:spcPts val="0"/>
              </a:spcAft>
            </a:pPr>
            <a:r>
              <a:rPr lang="en-US" sz="4000" i="0" dirty="0">
                <a:ea typeface="Calibri" panose="020F0502020204030204" pitchFamily="34" charset="0"/>
                <a:cs typeface="Times New Roman" panose="02020603050405020304" pitchFamily="18" charset="0"/>
              </a:rPr>
              <a:t>Subordinating Conjunctions (pass the flip test)</a:t>
            </a:r>
          </a:p>
          <a:p>
            <a:pPr marL="971550" lvl="1" indent="-514350">
              <a:lnSpc>
                <a:spcPct val="107000"/>
              </a:lnSpc>
              <a:spcBef>
                <a:spcPts val="1200"/>
              </a:spcBef>
              <a:spcAft>
                <a:spcPts val="0"/>
              </a:spcAft>
            </a:pPr>
            <a:r>
              <a:rPr lang="en-US" sz="3600" i="0" dirty="0">
                <a:ea typeface="Calibri" panose="020F0502020204030204" pitchFamily="34" charset="0"/>
                <a:cs typeface="Times New Roman" panose="02020603050405020304" pitchFamily="18" charset="0"/>
              </a:rPr>
              <a:t>Make </a:t>
            </a:r>
            <a:r>
              <a:rPr lang="en-US" sz="3600" i="0" u="sng" dirty="0">
                <a:ea typeface="Calibri" panose="020F0502020204030204" pitchFamily="34" charset="0"/>
                <a:cs typeface="Times New Roman" panose="02020603050405020304" pitchFamily="18" charset="0"/>
              </a:rPr>
              <a:t>Complex</a:t>
            </a:r>
            <a:r>
              <a:rPr lang="en-US" sz="3600" i="0" dirty="0">
                <a:ea typeface="Calibri" panose="020F0502020204030204" pitchFamily="34" charset="0"/>
                <a:cs typeface="Times New Roman" panose="02020603050405020304" pitchFamily="18" charset="0"/>
              </a:rPr>
              <a:t> Sentences</a:t>
            </a:r>
          </a:p>
          <a:p>
            <a:pPr marL="1218438" lvl="2" indent="-514350">
              <a:lnSpc>
                <a:spcPct val="107000"/>
              </a:lnSpc>
              <a:spcBef>
                <a:spcPts val="1200"/>
              </a:spcBef>
              <a:spcAft>
                <a:spcPts val="0"/>
              </a:spcAft>
            </a:pPr>
            <a:r>
              <a:rPr lang="en-US" sz="3200" dirty="0">
                <a:ea typeface="Calibri" panose="020F0502020204030204" pitchFamily="34" charset="0"/>
                <a:cs typeface="Times New Roman" panose="02020603050405020304" pitchFamily="18" charset="0"/>
              </a:rPr>
              <a:t>I like ice cream </a:t>
            </a:r>
            <a:r>
              <a:rPr lang="en-US" sz="3200" u="sng" dirty="0">
                <a:ea typeface="Calibri" panose="020F0502020204030204" pitchFamily="34" charset="0"/>
                <a:cs typeface="Times New Roman" panose="02020603050405020304" pitchFamily="18" charset="0"/>
              </a:rPr>
              <a:t>when</a:t>
            </a:r>
            <a:r>
              <a:rPr lang="en-US" sz="3200" dirty="0">
                <a:ea typeface="Calibri" panose="020F0502020204030204" pitchFamily="34" charset="0"/>
                <a:cs typeface="Times New Roman" panose="02020603050405020304" pitchFamily="18" charset="0"/>
              </a:rPr>
              <a:t> I eat cake.</a:t>
            </a:r>
          </a:p>
          <a:p>
            <a:pPr marL="1218438" lvl="2" indent="-514350">
              <a:lnSpc>
                <a:spcPct val="107000"/>
              </a:lnSpc>
              <a:spcBef>
                <a:spcPts val="1200"/>
              </a:spcBef>
              <a:spcAft>
                <a:spcPts val="0"/>
              </a:spcAft>
            </a:pPr>
            <a:r>
              <a:rPr lang="en-US" sz="3200" u="sng" dirty="0">
                <a:ea typeface="Calibri" panose="020F0502020204030204" pitchFamily="34" charset="0"/>
                <a:cs typeface="Times New Roman" panose="02020603050405020304" pitchFamily="18" charset="0"/>
              </a:rPr>
              <a:t>When</a:t>
            </a:r>
            <a:r>
              <a:rPr lang="en-US" sz="3200" dirty="0">
                <a:ea typeface="Calibri" panose="020F0502020204030204" pitchFamily="34" charset="0"/>
                <a:cs typeface="Times New Roman" panose="02020603050405020304" pitchFamily="18" charset="0"/>
              </a:rPr>
              <a:t> I eat cake</a:t>
            </a:r>
            <a:r>
              <a:rPr lang="en-US" sz="3200" u="sng" dirty="0">
                <a:ea typeface="Calibri" panose="020F0502020204030204" pitchFamily="34" charset="0"/>
                <a:cs typeface="Times New Roman" panose="02020603050405020304" pitchFamily="18" charset="0"/>
              </a:rPr>
              <a:t>,</a:t>
            </a:r>
            <a:r>
              <a:rPr lang="en-US" sz="3200" dirty="0">
                <a:ea typeface="Calibri" panose="020F0502020204030204" pitchFamily="34" charset="0"/>
                <a:cs typeface="Times New Roman" panose="02020603050405020304" pitchFamily="18" charset="0"/>
              </a:rPr>
              <a:t> I like ice cream.</a:t>
            </a:r>
            <a:endParaRPr lang="en-US" sz="3600" dirty="0">
              <a:ea typeface="Calibri" panose="020F0502020204030204" pitchFamily="34" charset="0"/>
              <a:cs typeface="Times New Roman" panose="02020603050405020304" pitchFamily="18" charset="0"/>
            </a:endParaRPr>
          </a:p>
          <a:p>
            <a:pPr marL="697230" indent="-514350">
              <a:lnSpc>
                <a:spcPct val="107000"/>
              </a:lnSpc>
              <a:spcBef>
                <a:spcPts val="1200"/>
              </a:spcBef>
              <a:spcAft>
                <a:spcPts val="0"/>
              </a:spcAft>
            </a:pPr>
            <a:r>
              <a:rPr lang="en-US" sz="4000" i="0" dirty="0">
                <a:ea typeface="Calibri" panose="020F0502020204030204" pitchFamily="34" charset="0"/>
                <a:cs typeface="Times New Roman" panose="02020603050405020304" pitchFamily="18" charset="0"/>
              </a:rPr>
              <a:t>Conjunctive Adverbs (However, Also)</a:t>
            </a:r>
          </a:p>
          <a:p>
            <a:pPr marL="971550" lvl="1" indent="-514350">
              <a:lnSpc>
                <a:spcPct val="107000"/>
              </a:lnSpc>
              <a:spcBef>
                <a:spcPts val="1200"/>
              </a:spcBef>
              <a:spcAft>
                <a:spcPts val="0"/>
              </a:spcAft>
            </a:pPr>
            <a:r>
              <a:rPr lang="en-US" sz="3600" i="0" dirty="0">
                <a:ea typeface="Calibri" panose="020F0502020204030204" pitchFamily="34" charset="0"/>
                <a:cs typeface="Times New Roman" panose="02020603050405020304" pitchFamily="18" charset="0"/>
              </a:rPr>
              <a:t>Make Two </a:t>
            </a:r>
            <a:r>
              <a:rPr lang="en-US" sz="3600" i="0" u="sng" dirty="0">
                <a:ea typeface="Calibri" panose="020F0502020204030204" pitchFamily="34" charset="0"/>
                <a:cs typeface="Times New Roman" panose="02020603050405020304" pitchFamily="18" charset="0"/>
              </a:rPr>
              <a:t>Simple</a:t>
            </a:r>
            <a:r>
              <a:rPr lang="en-US" sz="3600" i="0" dirty="0">
                <a:ea typeface="Calibri" panose="020F0502020204030204" pitchFamily="34" charset="0"/>
                <a:cs typeface="Times New Roman" panose="02020603050405020304" pitchFamily="18" charset="0"/>
              </a:rPr>
              <a:t> Sentences</a:t>
            </a:r>
          </a:p>
          <a:p>
            <a:pPr marL="1218438" lvl="2" indent="-514350">
              <a:lnSpc>
                <a:spcPct val="107000"/>
              </a:lnSpc>
              <a:spcBef>
                <a:spcPts val="1200"/>
              </a:spcBef>
              <a:spcAft>
                <a:spcPts val="0"/>
              </a:spcAft>
            </a:pPr>
            <a:r>
              <a:rPr lang="en-US" sz="3200" dirty="0">
                <a:ea typeface="Calibri" panose="020F0502020204030204" pitchFamily="34" charset="0"/>
                <a:cs typeface="Times New Roman" panose="02020603050405020304" pitchFamily="18" charset="0"/>
              </a:rPr>
              <a:t>I like ice cream</a:t>
            </a:r>
            <a:r>
              <a:rPr lang="en-US" sz="3200" u="sng" dirty="0">
                <a:ea typeface="Calibri" panose="020F0502020204030204" pitchFamily="34" charset="0"/>
                <a:cs typeface="Times New Roman" panose="02020603050405020304" pitchFamily="18" charset="0"/>
              </a:rPr>
              <a:t>. Also, </a:t>
            </a:r>
            <a:r>
              <a:rPr lang="en-US" sz="3200" dirty="0">
                <a:ea typeface="Calibri" panose="020F0502020204030204" pitchFamily="34" charset="0"/>
                <a:cs typeface="Times New Roman" panose="02020603050405020304" pitchFamily="18" charset="0"/>
              </a:rPr>
              <a:t>I like cake.</a:t>
            </a:r>
          </a:p>
          <a:p>
            <a:pPr marL="1428750" lvl="3" indent="-514350">
              <a:lnSpc>
                <a:spcPct val="107000"/>
              </a:lnSpc>
              <a:spcBef>
                <a:spcPts val="1200"/>
              </a:spcBef>
              <a:spcAft>
                <a:spcPts val="0"/>
              </a:spcAft>
            </a:pPr>
            <a:endParaRPr lang="en-US" sz="3000" dirty="0">
              <a:ea typeface="Calibri" panose="020F0502020204030204" pitchFamily="34" charset="0"/>
              <a:cs typeface="Times New Roman" panose="02020603050405020304" pitchFamily="18" charset="0"/>
            </a:endParaRPr>
          </a:p>
        </p:txBody>
      </p:sp>
      <p:sp>
        <p:nvSpPr>
          <p:cNvPr id="4" name="Title 3">
            <a:extLst>
              <a:ext uri="{FF2B5EF4-FFF2-40B4-BE49-F238E27FC236}">
                <a16:creationId xmlns:a16="http://schemas.microsoft.com/office/drawing/2014/main" id="{83BCBB2A-49EA-7F93-DCC5-72CEBC775678}"/>
              </a:ext>
            </a:extLst>
          </p:cNvPr>
          <p:cNvSpPr>
            <a:spLocks noGrp="1"/>
          </p:cNvSpPr>
          <p:nvPr>
            <p:ph type="title"/>
          </p:nvPr>
        </p:nvSpPr>
        <p:spPr/>
        <p:txBody>
          <a:bodyPr>
            <a:normAutofit/>
          </a:bodyPr>
          <a:lstStyle/>
          <a:p>
            <a:r>
              <a:rPr lang="en-US" dirty="0"/>
              <a:t>Review</a:t>
            </a:r>
          </a:p>
        </p:txBody>
      </p:sp>
    </p:spTree>
    <p:extLst>
      <p:ext uri="{BB962C8B-B14F-4D97-AF65-F5344CB8AC3E}">
        <p14:creationId xmlns:p14="http://schemas.microsoft.com/office/powerpoint/2010/main" val="17611373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DC259-8AA2-E122-85A7-387E025179C9}"/>
            </a:ext>
          </a:extLst>
        </p:cNvPr>
        <p:cNvGrpSpPr/>
        <p:nvPr/>
      </p:nvGrpSpPr>
      <p:grpSpPr>
        <a:xfrm>
          <a:off x="0" y="0"/>
          <a:ext cx="0" cy="0"/>
          <a:chOff x="0" y="0"/>
          <a:chExt cx="0" cy="0"/>
        </a:xfrm>
      </p:grpSpPr>
      <p:pic>
        <p:nvPicPr>
          <p:cNvPr id="2" name="Content Placeholder 1">
            <a:extLst>
              <a:ext uri="{FF2B5EF4-FFF2-40B4-BE49-F238E27FC236}">
                <a16:creationId xmlns:a16="http://schemas.microsoft.com/office/drawing/2014/main" id="{EE9591EF-A164-EB37-2B55-490A173E3DD3}"/>
              </a:ext>
            </a:extLst>
          </p:cNvPr>
          <p:cNvPicPr>
            <a:picLocks noGrp="1" noChangeAspect="1"/>
          </p:cNvPicPr>
          <p:nvPr>
            <p:ph idx="1"/>
          </p:nvPr>
        </p:nvPicPr>
        <p:blipFill>
          <a:blip r:embed="rId2"/>
          <a:stretch>
            <a:fillRect/>
          </a:stretch>
        </p:blipFill>
        <p:spPr>
          <a:xfrm>
            <a:off x="1560996" y="1696957"/>
            <a:ext cx="4689701" cy="3268581"/>
          </a:xfrm>
          <a:prstGeom prst="rect">
            <a:avLst/>
          </a:prstGeom>
        </p:spPr>
      </p:pic>
      <p:sp>
        <p:nvSpPr>
          <p:cNvPr id="4" name="Title 3">
            <a:extLst>
              <a:ext uri="{FF2B5EF4-FFF2-40B4-BE49-F238E27FC236}">
                <a16:creationId xmlns:a16="http://schemas.microsoft.com/office/drawing/2014/main" id="{EC83E761-EF6D-C235-9940-C3A9068769FF}"/>
              </a:ext>
            </a:extLst>
          </p:cNvPr>
          <p:cNvSpPr>
            <a:spLocks noGrp="1"/>
          </p:cNvSpPr>
          <p:nvPr>
            <p:ph type="title"/>
          </p:nvPr>
        </p:nvSpPr>
        <p:spPr/>
        <p:txBody>
          <a:bodyPr>
            <a:normAutofit/>
          </a:bodyPr>
          <a:lstStyle/>
          <a:p>
            <a:r>
              <a:rPr lang="en-US" dirty="0"/>
              <a:t>Two Phrases with a Conjunction</a:t>
            </a:r>
          </a:p>
        </p:txBody>
      </p:sp>
      <p:pic>
        <p:nvPicPr>
          <p:cNvPr id="3" name="Picture 2">
            <a:extLst>
              <a:ext uri="{FF2B5EF4-FFF2-40B4-BE49-F238E27FC236}">
                <a16:creationId xmlns:a16="http://schemas.microsoft.com/office/drawing/2014/main" id="{B427D2BB-081B-A407-988C-DFC3EC96EF7A}"/>
              </a:ext>
            </a:extLst>
          </p:cNvPr>
          <p:cNvPicPr>
            <a:picLocks noChangeAspect="1"/>
          </p:cNvPicPr>
          <p:nvPr/>
        </p:nvPicPr>
        <p:blipFill>
          <a:blip r:embed="rId3"/>
          <a:stretch>
            <a:fillRect/>
          </a:stretch>
        </p:blipFill>
        <p:spPr>
          <a:xfrm>
            <a:off x="6389441" y="1696957"/>
            <a:ext cx="4942173" cy="3266380"/>
          </a:xfrm>
          <a:prstGeom prst="rect">
            <a:avLst/>
          </a:prstGeom>
        </p:spPr>
      </p:pic>
    </p:spTree>
    <p:extLst>
      <p:ext uri="{BB962C8B-B14F-4D97-AF65-F5344CB8AC3E}">
        <p14:creationId xmlns:p14="http://schemas.microsoft.com/office/powerpoint/2010/main" val="3465161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Two Clauses with a Coordinating Conjunction</a:t>
            </a:r>
          </a:p>
        </p:txBody>
      </p:sp>
      <p:pic>
        <p:nvPicPr>
          <p:cNvPr id="7" name="Picture 6" descr="A diagram of a tree&#10;&#10;Description automatically generated">
            <a:extLst>
              <a:ext uri="{FF2B5EF4-FFF2-40B4-BE49-F238E27FC236}">
                <a16:creationId xmlns:a16="http://schemas.microsoft.com/office/drawing/2014/main" id="{9A7DD2A3-3720-6ECB-88C3-1B01504080C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70716" y="1611403"/>
            <a:ext cx="7050568" cy="4699804"/>
          </a:xfrm>
          <a:prstGeom prst="rect">
            <a:avLst/>
          </a:prstGeom>
          <a:noFill/>
          <a:ln>
            <a:noFill/>
          </a:ln>
        </p:spPr>
      </p:pic>
    </p:spTree>
    <p:extLst>
      <p:ext uri="{BB962C8B-B14F-4D97-AF65-F5344CB8AC3E}">
        <p14:creationId xmlns:p14="http://schemas.microsoft.com/office/powerpoint/2010/main" val="4046024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Two Clauses with a Subordinating Conjunction</a:t>
            </a:r>
          </a:p>
        </p:txBody>
      </p:sp>
      <p:pic>
        <p:nvPicPr>
          <p:cNvPr id="2" name="Picture 1" descr="A diagram of a structure&#10;&#10;Description automatically generated">
            <a:extLst>
              <a:ext uri="{FF2B5EF4-FFF2-40B4-BE49-F238E27FC236}">
                <a16:creationId xmlns:a16="http://schemas.microsoft.com/office/drawing/2014/main" id="{E1CBAEB1-5609-70C0-F9F5-784C1E072C5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60997" y="1697355"/>
            <a:ext cx="5047018" cy="3302908"/>
          </a:xfrm>
          <a:prstGeom prst="rect">
            <a:avLst/>
          </a:prstGeom>
          <a:noFill/>
          <a:ln>
            <a:noFill/>
          </a:ln>
        </p:spPr>
      </p:pic>
      <p:pic>
        <p:nvPicPr>
          <p:cNvPr id="3" name="Picture 2" descr="A diagram of different types of names&#10;&#10;Description automatically generated">
            <a:extLst>
              <a:ext uri="{FF2B5EF4-FFF2-40B4-BE49-F238E27FC236}">
                <a16:creationId xmlns:a16="http://schemas.microsoft.com/office/drawing/2014/main" id="{77CF3498-327A-AF4A-7F80-B3ED93C5CD6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791831" y="1697355"/>
            <a:ext cx="5047018" cy="3302908"/>
          </a:xfrm>
          <a:prstGeom prst="rect">
            <a:avLst/>
          </a:prstGeom>
          <a:noFill/>
          <a:ln>
            <a:noFill/>
          </a:ln>
        </p:spPr>
      </p:pic>
    </p:spTree>
    <p:extLst>
      <p:ext uri="{BB962C8B-B14F-4D97-AF65-F5344CB8AC3E}">
        <p14:creationId xmlns:p14="http://schemas.microsoft.com/office/powerpoint/2010/main" val="1585783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D2597-2E6B-3363-835F-27D915DC5DF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2CE8EF6-638B-DCB5-0BF3-7504B3C1335E}"/>
              </a:ext>
            </a:extLst>
          </p:cNvPr>
          <p:cNvSpPr>
            <a:spLocks noGrp="1"/>
          </p:cNvSpPr>
          <p:nvPr>
            <p:ph type="title"/>
          </p:nvPr>
        </p:nvSpPr>
        <p:spPr/>
        <p:txBody>
          <a:bodyPr>
            <a:normAutofit/>
          </a:bodyPr>
          <a:lstStyle/>
          <a:p>
            <a:r>
              <a:rPr lang="en-US" dirty="0"/>
              <a:t>Two Clauses with a </a:t>
            </a:r>
            <a:r>
              <a:rPr lang="en-US"/>
              <a:t>Conjunctive Adverb</a:t>
            </a:r>
            <a:endParaRPr lang="en-US" dirty="0"/>
          </a:p>
        </p:txBody>
      </p:sp>
      <p:pic>
        <p:nvPicPr>
          <p:cNvPr id="6" name="Picture 5" descr="A diagram of a structure&#10;&#10;AI-generated content may be incorrect.">
            <a:extLst>
              <a:ext uri="{FF2B5EF4-FFF2-40B4-BE49-F238E27FC236}">
                <a16:creationId xmlns:a16="http://schemas.microsoft.com/office/drawing/2014/main" id="{AEC8B71B-6F00-42ED-A00E-A681CEE950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4023" y="1602241"/>
            <a:ext cx="3237487" cy="3933145"/>
          </a:xfrm>
          <a:prstGeom prst="rect">
            <a:avLst/>
          </a:prstGeom>
        </p:spPr>
      </p:pic>
      <p:pic>
        <p:nvPicPr>
          <p:cNvPr id="10" name="Picture 9" descr="A diagram of a company's company&#10;&#10;AI-generated content may be incorrect.">
            <a:extLst>
              <a:ext uri="{FF2B5EF4-FFF2-40B4-BE49-F238E27FC236}">
                <a16:creationId xmlns:a16="http://schemas.microsoft.com/office/drawing/2014/main" id="{184BBC89-BEB9-2277-478D-B931172CCD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3715" y="1602241"/>
            <a:ext cx="4923120" cy="3933145"/>
          </a:xfrm>
          <a:prstGeom prst="rect">
            <a:avLst/>
          </a:prstGeom>
        </p:spPr>
      </p:pic>
    </p:spTree>
    <p:extLst>
      <p:ext uri="{BB962C8B-B14F-4D97-AF65-F5344CB8AC3E}">
        <p14:creationId xmlns:p14="http://schemas.microsoft.com/office/powerpoint/2010/main" val="2038180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4AA91-6563-CEED-E8A6-3893E927AABF}"/>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720640B-44E6-D2EA-F5C4-CD7C408447F6}"/>
              </a:ext>
            </a:extLst>
          </p:cNvPr>
          <p:cNvSpPr>
            <a:spLocks noGrp="1"/>
          </p:cNvSpPr>
          <p:nvPr>
            <p:ph idx="1"/>
          </p:nvPr>
        </p:nvSpPr>
        <p:spPr>
          <a:xfrm>
            <a:off x="1545841" y="1305716"/>
            <a:ext cx="10476826" cy="5466020"/>
          </a:xfrm>
        </p:spPr>
        <p:txBody>
          <a:bodyPr>
            <a:normAutofit/>
          </a:bodyPr>
          <a:lstStyle/>
          <a:p>
            <a:pPr marL="697230"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One Good Question from Every Student</a:t>
            </a:r>
          </a:p>
          <a:p>
            <a:pPr marL="697230" indent="-514350">
              <a:lnSpc>
                <a:spcPct val="110000"/>
              </a:lnSpc>
              <a:spcBef>
                <a:spcPts val="1200"/>
              </a:spcBef>
              <a:spcAft>
                <a:spcPts val="0"/>
              </a:spcAft>
              <a:buFont typeface="+mj-lt"/>
              <a:buAutoNum type="arabicPeriod"/>
            </a:pPr>
            <a:endParaRPr lang="en-US" dirty="0">
              <a:ea typeface="Calibri" panose="020F0502020204030204" pitchFamily="34" charset="0"/>
              <a:cs typeface="Times New Roman" panose="02020603050405020304" pitchFamily="18" charset="0"/>
            </a:endParaRPr>
          </a:p>
          <a:p>
            <a:pPr marL="697230"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Practice Sentence Building and Editing on White Board</a:t>
            </a:r>
          </a:p>
          <a:p>
            <a:pPr marL="697230" indent="-514350">
              <a:lnSpc>
                <a:spcPct val="110000"/>
              </a:lnSpc>
              <a:spcBef>
                <a:spcPts val="1200"/>
              </a:spcBef>
              <a:spcAft>
                <a:spcPts val="0"/>
              </a:spcAft>
              <a:buFont typeface="+mj-lt"/>
              <a:buAutoNum type="arabicPeriod"/>
            </a:pPr>
            <a:endParaRPr lang="en-US" dirty="0">
              <a:ea typeface="Calibri" panose="020F0502020204030204" pitchFamily="34" charset="0"/>
              <a:cs typeface="Times New Roman" panose="02020603050405020304" pitchFamily="18" charset="0"/>
            </a:endParaRPr>
          </a:p>
          <a:p>
            <a:pPr marL="697230"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Application Discussion</a:t>
            </a:r>
          </a:p>
          <a:p>
            <a:pPr marL="1428750" lvl="3" indent="-514350">
              <a:lnSpc>
                <a:spcPct val="107000"/>
              </a:lnSpc>
              <a:spcBef>
                <a:spcPts val="1200"/>
              </a:spcBef>
              <a:spcAft>
                <a:spcPts val="0"/>
              </a:spcAft>
            </a:pPr>
            <a:endParaRPr lang="en-US" sz="3000" dirty="0">
              <a:ea typeface="Calibri" panose="020F0502020204030204" pitchFamily="34" charset="0"/>
              <a:cs typeface="Times New Roman" panose="02020603050405020304" pitchFamily="18" charset="0"/>
            </a:endParaRPr>
          </a:p>
        </p:txBody>
      </p:sp>
      <p:sp>
        <p:nvSpPr>
          <p:cNvPr id="4" name="Title 3">
            <a:extLst>
              <a:ext uri="{FF2B5EF4-FFF2-40B4-BE49-F238E27FC236}">
                <a16:creationId xmlns:a16="http://schemas.microsoft.com/office/drawing/2014/main" id="{ABFBB908-8F98-B57E-76A3-4FE327BC5BEF}"/>
              </a:ext>
            </a:extLst>
          </p:cNvPr>
          <p:cNvSpPr>
            <a:spLocks noGrp="1"/>
          </p:cNvSpPr>
          <p:nvPr>
            <p:ph type="title"/>
          </p:nvPr>
        </p:nvSpPr>
        <p:spPr/>
        <p:txBody>
          <a:bodyPr>
            <a:normAutofit/>
          </a:bodyPr>
          <a:lstStyle/>
          <a:p>
            <a:r>
              <a:rPr lang="en-US" dirty="0"/>
              <a:t>Clarification and Application</a:t>
            </a:r>
          </a:p>
        </p:txBody>
      </p:sp>
    </p:spTree>
    <p:extLst>
      <p:ext uri="{BB962C8B-B14F-4D97-AF65-F5344CB8AC3E}">
        <p14:creationId xmlns:p14="http://schemas.microsoft.com/office/powerpoint/2010/main" val="2205520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6A8F6-20E9-90CC-2DE8-8F6A08F3AFBE}"/>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8BE5F3A-DA1C-0CB9-901E-0806F65F9D4E}"/>
              </a:ext>
            </a:extLst>
          </p:cNvPr>
          <p:cNvSpPr>
            <a:spLocks noGrp="1"/>
          </p:cNvSpPr>
          <p:nvPr>
            <p:ph idx="1"/>
          </p:nvPr>
        </p:nvSpPr>
        <p:spPr>
          <a:xfrm>
            <a:off x="1545841" y="1305716"/>
            <a:ext cx="10476826" cy="5466020"/>
          </a:xfrm>
        </p:spPr>
        <p:txBody>
          <a:bodyPr>
            <a:normAutofit lnSpcReduction="10000"/>
          </a:bodyPr>
          <a:lstStyle/>
          <a:p>
            <a:pPr marL="697230" indent="-514350">
              <a:lnSpc>
                <a:spcPct val="110000"/>
              </a:lnSpc>
              <a:spcBef>
                <a:spcPts val="1200"/>
              </a:spcBef>
              <a:spcAft>
                <a:spcPts val="0"/>
              </a:spcAft>
            </a:pPr>
            <a:r>
              <a:rPr lang="en-US" dirty="0">
                <a:ea typeface="Calibri" panose="020F0502020204030204" pitchFamily="34" charset="0"/>
                <a:cs typeface="Times New Roman" panose="02020603050405020304" pitchFamily="18" charset="0"/>
              </a:rPr>
              <a:t>One Good Question from Every Student</a:t>
            </a:r>
            <a:endParaRPr lang="en-US" sz="3000" dirty="0">
              <a:ea typeface="Calibri" panose="020F0502020204030204" pitchFamily="34" charset="0"/>
              <a:cs typeface="Times New Roman" panose="02020603050405020304" pitchFamily="18" charset="0"/>
            </a:endParaRPr>
          </a:p>
          <a:p>
            <a:pPr marL="697230" indent="-514350">
              <a:lnSpc>
                <a:spcPct val="110000"/>
              </a:lnSpc>
              <a:spcBef>
                <a:spcPts val="1200"/>
              </a:spcBef>
              <a:spcAft>
                <a:spcPts val="0"/>
              </a:spcAft>
            </a:pPr>
            <a:r>
              <a:rPr lang="en-US" sz="3000" dirty="0">
                <a:ea typeface="Calibri" panose="020F0502020204030204" pitchFamily="34" charset="0"/>
                <a:cs typeface="Times New Roman" panose="02020603050405020304" pitchFamily="18" charset="0"/>
              </a:rPr>
              <a:t>Questions by Preference</a:t>
            </a:r>
          </a:p>
          <a:p>
            <a:pPr marL="971550" lvl="1"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Something you still don’t get from the last test.</a:t>
            </a:r>
          </a:p>
          <a:p>
            <a:pPr marL="971550" lvl="1"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Something you need to understand for the next test.</a:t>
            </a:r>
          </a:p>
          <a:p>
            <a:pPr marL="971550" lvl="1"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Something about the class itself (shopkeeping)</a:t>
            </a:r>
          </a:p>
          <a:p>
            <a:pPr marL="971550" lvl="1"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Anything we discussed or read that confused you.</a:t>
            </a:r>
          </a:p>
          <a:p>
            <a:pPr marL="971550" lvl="1"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General grammar questions you have encountered before.</a:t>
            </a:r>
          </a:p>
          <a:p>
            <a:pPr marL="971550" lvl="1"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Something you are curious about.</a:t>
            </a:r>
          </a:p>
          <a:p>
            <a:pPr marL="971550" lvl="1"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Something you want to know about Phillip or the class</a:t>
            </a:r>
          </a:p>
          <a:p>
            <a:pPr marL="971550" lvl="1" indent="-514350">
              <a:lnSpc>
                <a:spcPct val="110000"/>
              </a:lnSpc>
              <a:spcBef>
                <a:spcPts val="1200"/>
              </a:spcBef>
              <a:spcAft>
                <a:spcPts val="0"/>
              </a:spcAft>
              <a:buFont typeface="+mj-lt"/>
              <a:buAutoNum type="arabicPeriod"/>
            </a:pPr>
            <a:endParaRPr lang="en-US" dirty="0">
              <a:ea typeface="Calibri" panose="020F0502020204030204" pitchFamily="34" charset="0"/>
              <a:cs typeface="Times New Roman" panose="02020603050405020304" pitchFamily="18" charset="0"/>
            </a:endParaRPr>
          </a:p>
        </p:txBody>
      </p:sp>
      <p:sp>
        <p:nvSpPr>
          <p:cNvPr id="4" name="Title 3">
            <a:extLst>
              <a:ext uri="{FF2B5EF4-FFF2-40B4-BE49-F238E27FC236}">
                <a16:creationId xmlns:a16="http://schemas.microsoft.com/office/drawing/2014/main" id="{D4EF3631-2056-EB89-E8A7-F9BD77D12B35}"/>
              </a:ext>
            </a:extLst>
          </p:cNvPr>
          <p:cNvSpPr>
            <a:spLocks noGrp="1"/>
          </p:cNvSpPr>
          <p:nvPr>
            <p:ph type="title"/>
          </p:nvPr>
        </p:nvSpPr>
        <p:spPr/>
        <p:txBody>
          <a:bodyPr>
            <a:normAutofit/>
          </a:bodyPr>
          <a:lstStyle/>
          <a:p>
            <a:r>
              <a:rPr lang="en-US" dirty="0"/>
              <a:t>Clarification and Application</a:t>
            </a:r>
          </a:p>
        </p:txBody>
      </p:sp>
    </p:spTree>
    <p:extLst>
      <p:ext uri="{BB962C8B-B14F-4D97-AF65-F5344CB8AC3E}">
        <p14:creationId xmlns:p14="http://schemas.microsoft.com/office/powerpoint/2010/main" val="24136944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6560C-A240-0BF6-BEEA-9A18CFC46F7B}"/>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9546C44-0C06-9ECA-7870-AF376A621083}"/>
              </a:ext>
            </a:extLst>
          </p:cNvPr>
          <p:cNvSpPr>
            <a:spLocks noGrp="1"/>
          </p:cNvSpPr>
          <p:nvPr>
            <p:ph idx="1"/>
          </p:nvPr>
        </p:nvSpPr>
        <p:spPr>
          <a:xfrm>
            <a:off x="1545841" y="1305716"/>
            <a:ext cx="10476826" cy="5466020"/>
          </a:xfrm>
        </p:spPr>
        <p:txBody>
          <a:bodyPr>
            <a:normAutofit fontScale="92500"/>
          </a:bodyPr>
          <a:lstStyle/>
          <a:p>
            <a:pPr marL="697230"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Diagram on White Board</a:t>
            </a:r>
          </a:p>
          <a:p>
            <a:pPr marL="971550" lvl="1" indent="-514350">
              <a:lnSpc>
                <a:spcPct val="110000"/>
              </a:lnSpc>
              <a:spcBef>
                <a:spcPts val="1200"/>
              </a:spcBef>
              <a:spcAft>
                <a:spcPts val="0"/>
              </a:spcAft>
            </a:pPr>
            <a:r>
              <a:rPr lang="en-US" dirty="0">
                <a:ea typeface="Calibri" panose="020F0502020204030204" pitchFamily="34" charset="0"/>
                <a:cs typeface="Times New Roman" panose="02020603050405020304" pitchFamily="18" charset="0"/>
              </a:rPr>
              <a:t>Diagram one sentence of each type below.</a:t>
            </a:r>
          </a:p>
          <a:p>
            <a:pPr marL="971550" lvl="1" indent="-514350">
              <a:lnSpc>
                <a:spcPct val="110000"/>
              </a:lnSpc>
              <a:spcBef>
                <a:spcPts val="1200"/>
              </a:spcBef>
              <a:spcAft>
                <a:spcPts val="0"/>
              </a:spcAft>
            </a:pPr>
            <a:r>
              <a:rPr lang="en-US" dirty="0">
                <a:ea typeface="Calibri" panose="020F0502020204030204" pitchFamily="34" charset="0"/>
                <a:cs typeface="Times New Roman" panose="02020603050405020304" pitchFamily="18" charset="0"/>
              </a:rPr>
              <a:t>After diagramming, add at lest three additional words or elements</a:t>
            </a:r>
          </a:p>
          <a:p>
            <a:pPr marL="971550" lvl="1" indent="-514350">
              <a:lnSpc>
                <a:spcPct val="110000"/>
              </a:lnSpc>
              <a:spcBef>
                <a:spcPts val="1200"/>
              </a:spcBef>
              <a:spcAft>
                <a:spcPts val="0"/>
              </a:spcAft>
            </a:pPr>
            <a:r>
              <a:rPr lang="en-US" dirty="0">
                <a:ea typeface="Calibri" panose="020F0502020204030204" pitchFamily="34" charset="0"/>
                <a:cs typeface="Times New Roman" panose="02020603050405020304" pitchFamily="18" charset="0"/>
              </a:rPr>
              <a:t>Physical Scribe. Two maybe?</a:t>
            </a:r>
          </a:p>
          <a:p>
            <a:pPr marL="697230"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Sentence Types</a:t>
            </a:r>
          </a:p>
          <a:p>
            <a:pPr marL="971550" lvl="1"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Copular Be or Linking</a:t>
            </a:r>
          </a:p>
          <a:p>
            <a:pPr marL="971550" lvl="1"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Ditransitive</a:t>
            </a:r>
          </a:p>
          <a:p>
            <a:pPr marL="971550" lvl="1"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Compound</a:t>
            </a:r>
          </a:p>
          <a:p>
            <a:pPr marL="971550" lvl="1"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Complex</a:t>
            </a:r>
          </a:p>
          <a:p>
            <a:pPr marL="1428750" lvl="3" indent="-514350">
              <a:lnSpc>
                <a:spcPct val="107000"/>
              </a:lnSpc>
              <a:spcBef>
                <a:spcPts val="1200"/>
              </a:spcBef>
              <a:spcAft>
                <a:spcPts val="0"/>
              </a:spcAft>
            </a:pPr>
            <a:endParaRPr lang="en-US" sz="3000" dirty="0">
              <a:ea typeface="Calibri" panose="020F0502020204030204" pitchFamily="34" charset="0"/>
              <a:cs typeface="Times New Roman" panose="02020603050405020304" pitchFamily="18" charset="0"/>
            </a:endParaRPr>
          </a:p>
        </p:txBody>
      </p:sp>
      <p:sp>
        <p:nvSpPr>
          <p:cNvPr id="4" name="Title 3">
            <a:extLst>
              <a:ext uri="{FF2B5EF4-FFF2-40B4-BE49-F238E27FC236}">
                <a16:creationId xmlns:a16="http://schemas.microsoft.com/office/drawing/2014/main" id="{18CF7DBB-4537-1C33-E3F5-0C91926798B7}"/>
              </a:ext>
            </a:extLst>
          </p:cNvPr>
          <p:cNvSpPr>
            <a:spLocks noGrp="1"/>
          </p:cNvSpPr>
          <p:nvPr>
            <p:ph type="title"/>
          </p:nvPr>
        </p:nvSpPr>
        <p:spPr/>
        <p:txBody>
          <a:bodyPr>
            <a:normAutofit/>
          </a:bodyPr>
          <a:lstStyle/>
          <a:p>
            <a:r>
              <a:rPr lang="en-US" dirty="0"/>
              <a:t>Clarification and Application</a:t>
            </a:r>
          </a:p>
        </p:txBody>
      </p:sp>
    </p:spTree>
    <p:extLst>
      <p:ext uri="{BB962C8B-B14F-4D97-AF65-F5344CB8AC3E}">
        <p14:creationId xmlns:p14="http://schemas.microsoft.com/office/powerpoint/2010/main" val="37789291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0ED2B-B1F7-A530-CA22-FF44B216B6A6}"/>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7F1F925-6235-C3D3-B6F9-B1D075E72862}"/>
              </a:ext>
            </a:extLst>
          </p:cNvPr>
          <p:cNvSpPr>
            <a:spLocks noGrp="1"/>
          </p:cNvSpPr>
          <p:nvPr>
            <p:ph idx="1"/>
          </p:nvPr>
        </p:nvSpPr>
        <p:spPr>
          <a:xfrm>
            <a:off x="1545841" y="1305716"/>
            <a:ext cx="10476826" cy="5466020"/>
          </a:xfrm>
        </p:spPr>
        <p:txBody>
          <a:bodyPr>
            <a:normAutofit/>
          </a:bodyPr>
          <a:lstStyle/>
          <a:p>
            <a:pPr marL="697230"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End Weight vs Front Weight</a:t>
            </a:r>
          </a:p>
          <a:p>
            <a:pPr marL="457200" lvl="1" indent="0">
              <a:lnSpc>
                <a:spcPct val="110000"/>
              </a:lnSpc>
              <a:spcBef>
                <a:spcPts val="1200"/>
              </a:spcBef>
              <a:spcAft>
                <a:spcPts val="0"/>
              </a:spcAft>
              <a:buNone/>
            </a:pPr>
            <a:r>
              <a:rPr lang="en-US" i="1" dirty="0">
                <a:ea typeface="Calibri" panose="020F0502020204030204" pitchFamily="34" charset="0"/>
                <a:cs typeface="Times New Roman" panose="02020603050405020304" pitchFamily="18" charset="0"/>
              </a:rPr>
              <a:t>Sentences are easier to read when weight is at the end (big part last).</a:t>
            </a:r>
          </a:p>
          <a:p>
            <a:pPr marL="457200" lvl="1" indent="0">
              <a:lnSpc>
                <a:spcPct val="110000"/>
              </a:lnSpc>
              <a:spcBef>
                <a:spcPts val="1200"/>
              </a:spcBef>
              <a:spcAft>
                <a:spcPts val="0"/>
              </a:spcAft>
              <a:buNone/>
            </a:pPr>
            <a:r>
              <a:rPr lang="en-US" sz="3200" i="0" dirty="0">
                <a:highlight>
                  <a:srgbClr val="00FF00"/>
                </a:highlight>
                <a:latin typeface="Times New Roman" panose="02020603050405020304" pitchFamily="18" charset="0"/>
                <a:ea typeface="Calibri" panose="020F0502020204030204" pitchFamily="34" charset="0"/>
                <a:cs typeface="Times New Roman" panose="02020603050405020304" pitchFamily="18" charset="0"/>
              </a:rPr>
              <a:t>Despite the fact that many schools line up eagerly at the trough to accept huge donations from disreputable donors and invest their funds heavily in the stock market by purchasing ownership in dubious companies opposed to the inherent principles of the academy</a:t>
            </a:r>
            <a:r>
              <a:rPr lang="en-US" sz="3200" i="0" dirty="0">
                <a:latin typeface="Times New Roman" panose="02020603050405020304" pitchFamily="18" charset="0"/>
                <a:ea typeface="Calibri" panose="020F0502020204030204" pitchFamily="34" charset="0"/>
                <a:cs typeface="Times New Roman" panose="02020603050405020304" pitchFamily="18" charset="0"/>
              </a:rPr>
              <a:t>, </a:t>
            </a:r>
            <a:r>
              <a:rPr lang="en-US" sz="3200" i="0" dirty="0">
                <a:highlight>
                  <a:srgbClr val="FFFF00"/>
                </a:highlight>
                <a:latin typeface="Times New Roman" panose="02020603050405020304" pitchFamily="18" charset="0"/>
                <a:ea typeface="Calibri" panose="020F0502020204030204" pitchFamily="34" charset="0"/>
                <a:cs typeface="Times New Roman" panose="02020603050405020304" pitchFamily="18" charset="0"/>
              </a:rPr>
              <a:t>Universities still pretend to be the arbiters of the nation’s ethics</a:t>
            </a:r>
            <a:r>
              <a:rPr lang="en-US" sz="3200" i="0" dirty="0">
                <a:latin typeface="Times New Roman" panose="02020603050405020304" pitchFamily="18" charset="0"/>
                <a:ea typeface="Calibri" panose="020F0502020204030204" pitchFamily="34" charset="0"/>
                <a:cs typeface="Times New Roman" panose="02020603050405020304" pitchFamily="18" charset="0"/>
              </a:rPr>
              <a:t>.</a:t>
            </a:r>
          </a:p>
        </p:txBody>
      </p:sp>
      <p:sp>
        <p:nvSpPr>
          <p:cNvPr id="4" name="Title 3">
            <a:extLst>
              <a:ext uri="{FF2B5EF4-FFF2-40B4-BE49-F238E27FC236}">
                <a16:creationId xmlns:a16="http://schemas.microsoft.com/office/drawing/2014/main" id="{1D2F4F94-0D47-7045-488E-4FD701712AB8}"/>
              </a:ext>
            </a:extLst>
          </p:cNvPr>
          <p:cNvSpPr>
            <a:spLocks noGrp="1"/>
          </p:cNvSpPr>
          <p:nvPr>
            <p:ph type="title"/>
          </p:nvPr>
        </p:nvSpPr>
        <p:spPr/>
        <p:txBody>
          <a:bodyPr>
            <a:normAutofit/>
          </a:bodyPr>
          <a:lstStyle/>
          <a:p>
            <a:r>
              <a:rPr lang="en-US" dirty="0"/>
              <a:t>Clarification and Application</a:t>
            </a:r>
          </a:p>
        </p:txBody>
      </p:sp>
    </p:spTree>
    <p:extLst>
      <p:ext uri="{BB962C8B-B14F-4D97-AF65-F5344CB8AC3E}">
        <p14:creationId xmlns:p14="http://schemas.microsoft.com/office/powerpoint/2010/main" val="21408468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6E531-D36B-46BE-559D-3E71D3084BCA}"/>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9D0FAD3-04C8-555C-925B-7904F6F136C7}"/>
              </a:ext>
            </a:extLst>
          </p:cNvPr>
          <p:cNvSpPr>
            <a:spLocks noGrp="1"/>
          </p:cNvSpPr>
          <p:nvPr>
            <p:ph idx="1"/>
          </p:nvPr>
        </p:nvSpPr>
        <p:spPr>
          <a:xfrm>
            <a:off x="1545841" y="1305716"/>
            <a:ext cx="10476826" cy="5466020"/>
          </a:xfrm>
        </p:spPr>
        <p:txBody>
          <a:bodyPr>
            <a:normAutofit/>
          </a:bodyPr>
          <a:lstStyle/>
          <a:p>
            <a:pPr marL="697230"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There is/There Are</a:t>
            </a:r>
          </a:p>
          <a:p>
            <a:pPr marL="457200" lvl="1" indent="0">
              <a:lnSpc>
                <a:spcPct val="110000"/>
              </a:lnSpc>
              <a:spcBef>
                <a:spcPts val="1200"/>
              </a:spcBef>
              <a:spcAft>
                <a:spcPts val="0"/>
              </a:spcAft>
              <a:buNone/>
            </a:pPr>
            <a:r>
              <a:rPr lang="en-US" i="1" dirty="0">
                <a:ea typeface="Calibri" panose="020F0502020204030204" pitchFamily="34" charset="0"/>
                <a:cs typeface="Times New Roman" panose="02020603050405020304" pitchFamily="18" charset="0"/>
              </a:rPr>
              <a:t>Sometimes useful but often obscures the actor.</a:t>
            </a:r>
          </a:p>
          <a:p>
            <a:pPr marL="914400" lvl="1" indent="-457200">
              <a:lnSpc>
                <a:spcPct val="110000"/>
              </a:lnSpc>
              <a:spcBef>
                <a:spcPts val="1200"/>
              </a:spcBef>
              <a:spcAft>
                <a:spcPts val="0"/>
              </a:spcAft>
            </a:pPr>
            <a:r>
              <a:rPr lang="en-US" sz="3200" i="0" dirty="0">
                <a:latin typeface="Times New Roman" panose="02020603050405020304" pitchFamily="18" charset="0"/>
                <a:ea typeface="Calibri" panose="020F0502020204030204" pitchFamily="34" charset="0"/>
                <a:cs typeface="Times New Roman" panose="02020603050405020304" pitchFamily="18" charset="0"/>
              </a:rPr>
              <a:t>There are some students who just brighten up your day.</a:t>
            </a:r>
          </a:p>
          <a:p>
            <a:pPr marL="1161288" lvl="2" indent="-457200">
              <a:lnSpc>
                <a:spcPct val="110000"/>
              </a:lnSpc>
              <a:spcBef>
                <a:spcPts val="1200"/>
              </a:spcBef>
              <a:spcAft>
                <a:spcPts val="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Some students just brighten your day.</a:t>
            </a:r>
          </a:p>
          <a:p>
            <a:pPr marL="914400" lvl="1" indent="-457200">
              <a:lnSpc>
                <a:spcPct val="110000"/>
              </a:lnSpc>
              <a:spcBef>
                <a:spcPts val="1200"/>
              </a:spcBef>
              <a:spcAft>
                <a:spcPts val="0"/>
              </a:spcAft>
            </a:pPr>
            <a:r>
              <a:rPr lang="en-US" sz="3200" i="0" dirty="0">
                <a:latin typeface="Times New Roman" panose="02020603050405020304" pitchFamily="18" charset="0"/>
                <a:ea typeface="Calibri" panose="020F0502020204030204" pitchFamily="34" charset="0"/>
                <a:cs typeface="Times New Roman" panose="02020603050405020304" pitchFamily="18" charset="0"/>
              </a:rPr>
              <a:t>Ther</a:t>
            </a:r>
            <a:r>
              <a:rPr lang="en-US" sz="3200" dirty="0">
                <a:latin typeface="Times New Roman" panose="02020603050405020304" pitchFamily="18" charset="0"/>
                <a:ea typeface="Calibri" panose="020F0502020204030204" pitchFamily="34" charset="0"/>
                <a:cs typeface="Times New Roman" panose="02020603050405020304" pitchFamily="18" charset="0"/>
              </a:rPr>
              <a:t>e is a theory by Chomsky that argues that the ability to learn a language declines after puberty.</a:t>
            </a:r>
          </a:p>
          <a:p>
            <a:pPr marL="914400" lvl="1" indent="-457200">
              <a:lnSpc>
                <a:spcPct val="110000"/>
              </a:lnSpc>
              <a:spcBef>
                <a:spcPts val="1200"/>
              </a:spcBef>
              <a:spcAft>
                <a:spcPts val="0"/>
              </a:spcAft>
            </a:pPr>
            <a:r>
              <a:rPr lang="en-US" sz="3200" i="0" dirty="0">
                <a:latin typeface="Times New Roman" panose="02020603050405020304" pitchFamily="18" charset="0"/>
                <a:ea typeface="Calibri" panose="020F0502020204030204" pitchFamily="34" charset="0"/>
                <a:cs typeface="Times New Roman" panose="02020603050405020304" pitchFamily="18" charset="0"/>
              </a:rPr>
              <a:t>There were lots of reasons to agree with that plan and few </a:t>
            </a:r>
            <a:r>
              <a:rPr lang="en-US" sz="3200" dirty="0">
                <a:latin typeface="Times New Roman" panose="02020603050405020304" pitchFamily="18" charset="0"/>
                <a:ea typeface="Calibri" panose="020F0502020204030204" pitchFamily="34" charset="0"/>
                <a:cs typeface="Times New Roman" panose="02020603050405020304" pitchFamily="18" charset="0"/>
              </a:rPr>
              <a:t>reasons to object.</a:t>
            </a:r>
            <a:endParaRPr lang="en-US" sz="3200" i="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itle 3">
            <a:extLst>
              <a:ext uri="{FF2B5EF4-FFF2-40B4-BE49-F238E27FC236}">
                <a16:creationId xmlns:a16="http://schemas.microsoft.com/office/drawing/2014/main" id="{FD7E04FF-A189-F4DE-45C0-781F9A5D18FD}"/>
              </a:ext>
            </a:extLst>
          </p:cNvPr>
          <p:cNvSpPr>
            <a:spLocks noGrp="1"/>
          </p:cNvSpPr>
          <p:nvPr>
            <p:ph type="title"/>
          </p:nvPr>
        </p:nvSpPr>
        <p:spPr/>
        <p:txBody>
          <a:bodyPr>
            <a:normAutofit/>
          </a:bodyPr>
          <a:lstStyle/>
          <a:p>
            <a:r>
              <a:rPr lang="en-US" dirty="0"/>
              <a:t>Clarification and Application</a:t>
            </a:r>
          </a:p>
        </p:txBody>
      </p:sp>
    </p:spTree>
    <p:extLst>
      <p:ext uri="{BB962C8B-B14F-4D97-AF65-F5344CB8AC3E}">
        <p14:creationId xmlns:p14="http://schemas.microsoft.com/office/powerpoint/2010/main" val="39989920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101CA-6DE8-199F-1709-C5452D98528C}"/>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958F5BF-5419-5C5C-F0C5-0E81078633F7}"/>
              </a:ext>
            </a:extLst>
          </p:cNvPr>
          <p:cNvSpPr>
            <a:spLocks noGrp="1"/>
          </p:cNvSpPr>
          <p:nvPr>
            <p:ph idx="1"/>
          </p:nvPr>
        </p:nvSpPr>
        <p:spPr>
          <a:xfrm>
            <a:off x="1545841" y="1305716"/>
            <a:ext cx="10476826" cy="5466020"/>
          </a:xfrm>
        </p:spPr>
        <p:txBody>
          <a:bodyPr>
            <a:normAutofit fontScale="85000" lnSpcReduction="20000"/>
          </a:bodyPr>
          <a:lstStyle/>
          <a:p>
            <a:pPr marL="697230" indent="-514350">
              <a:lnSpc>
                <a:spcPct val="110000"/>
              </a:lnSpc>
              <a:spcBef>
                <a:spcPts val="1200"/>
              </a:spcBef>
              <a:spcAft>
                <a:spcPts val="0"/>
              </a:spcAft>
              <a:buFont typeface="+mj-lt"/>
              <a:buAutoNum type="arabicPeriod"/>
            </a:pPr>
            <a:r>
              <a:rPr lang="en-US" dirty="0">
                <a:ea typeface="Calibri" panose="020F0502020204030204" pitchFamily="34" charset="0"/>
                <a:cs typeface="Times New Roman" panose="02020603050405020304" pitchFamily="18" charset="0"/>
              </a:rPr>
              <a:t>Ambiguous Pronouns</a:t>
            </a:r>
          </a:p>
          <a:p>
            <a:pPr marL="971550" lvl="1" indent="-514350">
              <a:lnSpc>
                <a:spcPct val="110000"/>
              </a:lnSpc>
              <a:spcBef>
                <a:spcPts val="1200"/>
              </a:spcBef>
              <a:spcAft>
                <a:spcPts val="0"/>
              </a:spcAft>
            </a:pPr>
            <a:r>
              <a:rPr lang="en-US" dirty="0">
                <a:ea typeface="Calibri" panose="020F0502020204030204" pitchFamily="34" charset="0"/>
                <a:cs typeface="Times New Roman" panose="02020603050405020304" pitchFamily="18" charset="0"/>
              </a:rPr>
              <a:t>Pronouns must link to an “antecedent”</a:t>
            </a:r>
          </a:p>
          <a:p>
            <a:pPr marL="1218438" lvl="2" indent="-514350">
              <a:lnSpc>
                <a:spcPct val="110000"/>
              </a:lnSpc>
              <a:spcBef>
                <a:spcPts val="1200"/>
              </a:spcBef>
              <a:spcAft>
                <a:spcPts val="0"/>
              </a:spcAft>
            </a:pPr>
            <a:r>
              <a:rPr lang="en-US" dirty="0">
                <a:ea typeface="Calibri" panose="020F0502020204030204" pitchFamily="34" charset="0"/>
                <a:cs typeface="Times New Roman" panose="02020603050405020304" pitchFamily="18" charset="0"/>
              </a:rPr>
              <a:t>“It” = “the experience of waiting patiently at a drive through”</a:t>
            </a:r>
          </a:p>
          <a:p>
            <a:pPr marL="697230" indent="-514350">
              <a:lnSpc>
                <a:spcPct val="110000"/>
              </a:lnSpc>
              <a:spcBef>
                <a:spcPts val="1200"/>
              </a:spcBef>
              <a:spcAft>
                <a:spcPts val="0"/>
              </a:spcAft>
            </a:pPr>
            <a:r>
              <a:rPr lang="en-US" dirty="0">
                <a:ea typeface="Calibri" panose="020F0502020204030204" pitchFamily="34" charset="0"/>
                <a:cs typeface="Times New Roman" panose="02020603050405020304" pitchFamily="18" charset="0"/>
              </a:rPr>
              <a:t>Strategy One = Replace with Noun</a:t>
            </a:r>
          </a:p>
          <a:p>
            <a:pPr marL="1218438" lvl="2" indent="-514350">
              <a:lnSpc>
                <a:spcPct val="110000"/>
              </a:lnSpc>
              <a:spcBef>
                <a:spcPts val="1200"/>
              </a:spcBef>
              <a:spcAft>
                <a:spcPts val="0"/>
              </a:spcAft>
            </a:pPr>
            <a:r>
              <a:rPr lang="en-US" i="1" dirty="0">
                <a:ea typeface="Calibri" panose="020F0502020204030204" pitchFamily="34" charset="0"/>
                <a:cs typeface="Times New Roman" panose="02020603050405020304" pitchFamily="18" charset="0"/>
              </a:rPr>
              <a:t>This has caused many problems.</a:t>
            </a:r>
          </a:p>
          <a:p>
            <a:pPr marL="1218438" lvl="2" indent="-514350">
              <a:lnSpc>
                <a:spcPct val="110000"/>
              </a:lnSpc>
              <a:spcBef>
                <a:spcPts val="1200"/>
              </a:spcBef>
              <a:spcAft>
                <a:spcPts val="0"/>
              </a:spcAft>
            </a:pPr>
            <a:r>
              <a:rPr lang="en-US" i="1" dirty="0">
                <a:ea typeface="Calibri" panose="020F0502020204030204" pitchFamily="34" charset="0"/>
                <a:cs typeface="Times New Roman" panose="02020603050405020304" pitchFamily="18" charset="0"/>
              </a:rPr>
              <a:t>Our tribal urge to protect our own has caused many problems.</a:t>
            </a:r>
          </a:p>
          <a:p>
            <a:pPr marL="697230" indent="-514350">
              <a:lnSpc>
                <a:spcPct val="110000"/>
              </a:lnSpc>
              <a:spcBef>
                <a:spcPts val="1200"/>
              </a:spcBef>
              <a:spcAft>
                <a:spcPts val="0"/>
              </a:spcAft>
            </a:pPr>
            <a:r>
              <a:rPr lang="en-US" dirty="0">
                <a:ea typeface="Calibri" panose="020F0502020204030204" pitchFamily="34" charset="0"/>
                <a:cs typeface="Times New Roman" panose="02020603050405020304" pitchFamily="18" charset="0"/>
              </a:rPr>
              <a:t>Strategy Two = Pronoun becomes Determiner</a:t>
            </a:r>
          </a:p>
          <a:p>
            <a:pPr marL="971550" lvl="1" indent="-514350">
              <a:lnSpc>
                <a:spcPct val="110000"/>
              </a:lnSpc>
              <a:spcBef>
                <a:spcPts val="1200"/>
              </a:spcBef>
              <a:spcAft>
                <a:spcPts val="0"/>
              </a:spcAft>
            </a:pPr>
            <a:r>
              <a:rPr lang="en-US" b="1" dirty="0">
                <a:ea typeface="Calibri" panose="020F0502020204030204" pitchFamily="34" charset="0"/>
                <a:cs typeface="Times New Roman" panose="02020603050405020304" pitchFamily="18" charset="0"/>
              </a:rPr>
              <a:t>That</a:t>
            </a:r>
            <a:r>
              <a:rPr lang="en-US" dirty="0">
                <a:ea typeface="Calibri" panose="020F0502020204030204" pitchFamily="34" charset="0"/>
                <a:cs typeface="Times New Roman" panose="02020603050405020304" pitchFamily="18" charset="0"/>
              </a:rPr>
              <a:t> was rejected by the team.</a:t>
            </a:r>
          </a:p>
          <a:p>
            <a:pPr marL="1218438" lvl="2" indent="-514350">
              <a:lnSpc>
                <a:spcPct val="110000"/>
              </a:lnSpc>
              <a:spcBef>
                <a:spcPts val="1200"/>
              </a:spcBef>
              <a:spcAft>
                <a:spcPts val="0"/>
              </a:spcAft>
            </a:pPr>
            <a:r>
              <a:rPr lang="en-US" u="sng" dirty="0">
                <a:ea typeface="Calibri" panose="020F0502020204030204" pitchFamily="34" charset="0"/>
                <a:cs typeface="Times New Roman" panose="02020603050405020304" pitchFamily="18" charset="0"/>
              </a:rPr>
              <a:t>The principal’s plan </a:t>
            </a:r>
            <a:r>
              <a:rPr lang="en-US" dirty="0">
                <a:ea typeface="Calibri" panose="020F0502020204030204" pitchFamily="34" charset="0"/>
                <a:cs typeface="Times New Roman" panose="02020603050405020304" pitchFamily="18" charset="0"/>
              </a:rPr>
              <a:t>was rejected by the team.</a:t>
            </a:r>
          </a:p>
          <a:p>
            <a:pPr marL="971550" lvl="1" indent="-514350">
              <a:lnSpc>
                <a:spcPct val="110000"/>
              </a:lnSpc>
              <a:spcBef>
                <a:spcPts val="1200"/>
              </a:spcBef>
              <a:spcAft>
                <a:spcPts val="0"/>
              </a:spcAft>
            </a:pPr>
            <a:r>
              <a:rPr lang="en-US" b="1" dirty="0">
                <a:ea typeface="Calibri" panose="020F0502020204030204" pitchFamily="34" charset="0"/>
                <a:cs typeface="Times New Roman" panose="02020603050405020304" pitchFamily="18" charset="0"/>
              </a:rPr>
              <a:t>This</a:t>
            </a:r>
            <a:r>
              <a:rPr lang="en-US" dirty="0">
                <a:ea typeface="Calibri" panose="020F0502020204030204" pitchFamily="34" charset="0"/>
                <a:cs typeface="Times New Roman" panose="02020603050405020304" pitchFamily="18" charset="0"/>
              </a:rPr>
              <a:t> slowed our efficiency by 20%.</a:t>
            </a:r>
          </a:p>
          <a:p>
            <a:pPr marL="1218438" lvl="2" indent="-514350">
              <a:lnSpc>
                <a:spcPct val="110000"/>
              </a:lnSpc>
              <a:spcBef>
                <a:spcPts val="1200"/>
              </a:spcBef>
              <a:spcAft>
                <a:spcPts val="0"/>
              </a:spcAft>
            </a:pPr>
            <a:r>
              <a:rPr lang="en-US" dirty="0">
                <a:ea typeface="Calibri" panose="020F0502020204030204" pitchFamily="34" charset="0"/>
                <a:cs typeface="Times New Roman" panose="02020603050405020304" pitchFamily="18" charset="0"/>
              </a:rPr>
              <a:t>This </a:t>
            </a:r>
            <a:r>
              <a:rPr lang="en-US" u="sng" dirty="0">
                <a:ea typeface="Calibri" panose="020F0502020204030204" pitchFamily="34" charset="0"/>
                <a:cs typeface="Times New Roman" panose="02020603050405020304" pitchFamily="18" charset="0"/>
              </a:rPr>
              <a:t>new editing process </a:t>
            </a:r>
            <a:r>
              <a:rPr lang="en-US" dirty="0">
                <a:ea typeface="Calibri" panose="020F0502020204030204" pitchFamily="34" charset="0"/>
                <a:cs typeface="Times New Roman" panose="02020603050405020304" pitchFamily="18" charset="0"/>
              </a:rPr>
              <a:t>slowed our efficiency by 20%</a:t>
            </a:r>
          </a:p>
        </p:txBody>
      </p:sp>
      <p:sp>
        <p:nvSpPr>
          <p:cNvPr id="4" name="Title 3">
            <a:extLst>
              <a:ext uri="{FF2B5EF4-FFF2-40B4-BE49-F238E27FC236}">
                <a16:creationId xmlns:a16="http://schemas.microsoft.com/office/drawing/2014/main" id="{286694EA-34C6-6A57-67FA-010572D3A20A}"/>
              </a:ext>
            </a:extLst>
          </p:cNvPr>
          <p:cNvSpPr>
            <a:spLocks noGrp="1"/>
          </p:cNvSpPr>
          <p:nvPr>
            <p:ph type="title"/>
          </p:nvPr>
        </p:nvSpPr>
        <p:spPr/>
        <p:txBody>
          <a:bodyPr>
            <a:normAutofit/>
          </a:bodyPr>
          <a:lstStyle/>
          <a:p>
            <a:r>
              <a:rPr lang="en-US" dirty="0"/>
              <a:t>Clarification and Application</a:t>
            </a:r>
          </a:p>
        </p:txBody>
      </p:sp>
    </p:spTree>
    <p:extLst>
      <p:ext uri="{BB962C8B-B14F-4D97-AF65-F5344CB8AC3E}">
        <p14:creationId xmlns:p14="http://schemas.microsoft.com/office/powerpoint/2010/main" val="16165141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a:bodyPr>
          <a:lstStyle/>
          <a:p>
            <a:pPr marL="697230" indent="-514350">
              <a:lnSpc>
                <a:spcPct val="107000"/>
              </a:lnSpc>
              <a:spcBef>
                <a:spcPts val="1200"/>
              </a:spcBef>
              <a:spcAft>
                <a:spcPts val="0"/>
              </a:spcAft>
            </a:pPr>
            <a:r>
              <a:rPr lang="en-US" b="0" dirty="0">
                <a:ea typeface="Calibri" panose="020F0502020204030204" pitchFamily="34" charset="0"/>
                <a:cs typeface="Times New Roman" panose="02020603050405020304" pitchFamily="18" charset="0"/>
              </a:rPr>
              <a:t>If you have questions or concerns, hang around to talk.</a:t>
            </a:r>
          </a:p>
          <a:p>
            <a:pPr marL="640080" indent="-457200">
              <a:lnSpc>
                <a:spcPct val="107000"/>
              </a:lnSpc>
              <a:spcBef>
                <a:spcPts val="1200"/>
              </a:spcBef>
              <a:spcAft>
                <a:spcPts val="0"/>
              </a:spcAft>
            </a:pPr>
            <a:endParaRPr lang="en-US" b="0" dirty="0">
              <a:ea typeface="Calibri" panose="020F0502020204030204" pitchFamily="34" charset="0"/>
              <a:cs typeface="Times New Roman" panose="02020603050405020304" pitchFamily="18" charset="0"/>
            </a:endParaRPr>
          </a:p>
        </p:txBody>
      </p:sp>
      <p:sp>
        <p:nvSpPr>
          <p:cNvPr id="4" name="Title 3"/>
          <p:cNvSpPr>
            <a:spLocks noGrp="1"/>
          </p:cNvSpPr>
          <p:nvPr>
            <p:ph type="title"/>
          </p:nvPr>
        </p:nvSpPr>
        <p:spPr/>
        <p:txBody>
          <a:bodyPr>
            <a:normAutofit/>
          </a:bodyPr>
          <a:lstStyle/>
          <a:p>
            <a:r>
              <a:rPr lang="en-US" dirty="0"/>
              <a:t>End of Class</a:t>
            </a:r>
          </a:p>
        </p:txBody>
      </p:sp>
    </p:spTree>
    <p:extLst>
      <p:ext uri="{BB962C8B-B14F-4D97-AF65-F5344CB8AC3E}">
        <p14:creationId xmlns:p14="http://schemas.microsoft.com/office/powerpoint/2010/main" val="514603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d's tie design template">
  <a:themeElements>
    <a:clrScheme name="Custom 7">
      <a:dk1>
        <a:sysClr val="windowText" lastClr="000000"/>
      </a:dk1>
      <a:lt1>
        <a:sysClr val="window" lastClr="FFFFFF"/>
      </a:lt1>
      <a:dk2>
        <a:srgbClr val="323232"/>
      </a:dk2>
      <a:lt2>
        <a:srgbClr val="FFFFCC"/>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spDef>
      <a:spPr>
        <a:ln>
          <a:noFill/>
        </a:ln>
      </a:spPr>
      <a:bodyPr rtlCol="0" anchor="ctr"/>
      <a:lstStyle>
        <a:defPPr algn="ctr">
          <a:defRPr dirty="0"/>
        </a:defPPr>
      </a:lstStyle>
      <a:style>
        <a:lnRef idx="3">
          <a:schemeClr val="lt1"/>
        </a:lnRef>
        <a:fillRef idx="1">
          <a:schemeClr val="accent2"/>
        </a:fillRef>
        <a:effectRef idx="1">
          <a:schemeClr val="accent2"/>
        </a:effectRef>
        <a:fontRef idx="minor">
          <a:schemeClr val="lt1"/>
        </a:fontRef>
      </a:style>
    </a:spDef>
    <a:lnDef>
      <a:spPr>
        <a:ln>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a:defPPr>
      </a:lstStyle>
    </a:txDef>
  </a:objectDefaults>
  <a:extraClrSchemeLst/>
  <a:extLst>
    <a:ext uri="{05A4C25C-085E-4340-85A3-A5531E510DB2}">
      <thm15:themeFamily xmlns:thm15="http://schemas.microsoft.com/office/thememl/2012/main" name="Dad's tie design template" id="{D38B957D-588F-4953-A2A4-8835E8F79C65}" vid="{09887BB5-A875-44C0-9AF9-8FE92BB7EC5A}"/>
    </a:ext>
  </a:extLst>
</a:theme>
</file>

<file path=ppt/theme/theme2.xml><?xml version="1.0" encoding="utf-8"?>
<a:theme xmlns:a="http://schemas.openxmlformats.org/drawingml/2006/main" name="Office Them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2C979567-0D27-4E98-9101-139E4F27BE4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Dad's tie design slides</Template>
  <TotalTime>0</TotalTime>
  <Words>773</Words>
  <Application>Microsoft Office PowerPoint</Application>
  <PresentationFormat>Widescreen</PresentationFormat>
  <Paragraphs>107</Paragraphs>
  <Slides>18</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Abadi</vt:lpstr>
      <vt:lpstr>Arial</vt:lpstr>
      <vt:lpstr>Calibri</vt:lpstr>
      <vt:lpstr>Century Gothic</vt:lpstr>
      <vt:lpstr>Palatino Linotype</vt:lpstr>
      <vt:lpstr>Times New Roman</vt:lpstr>
      <vt:lpstr>Verdana</vt:lpstr>
      <vt:lpstr>Wingdings 2</vt:lpstr>
      <vt:lpstr>Dad's tie design template</vt:lpstr>
      <vt:lpstr>Course Introduction</vt:lpstr>
      <vt:lpstr>Two Phrases with a Conjunction</vt:lpstr>
      <vt:lpstr>Review</vt:lpstr>
      <vt:lpstr>Review</vt:lpstr>
      <vt:lpstr>Review</vt:lpstr>
      <vt:lpstr>Review</vt:lpstr>
      <vt:lpstr>Review</vt:lpstr>
      <vt:lpstr>Two Phrases with a Conjunction</vt:lpstr>
      <vt:lpstr>Two Clauses with a Coordinating Conjunction</vt:lpstr>
      <vt:lpstr>Two Clauses with a Subordinating Conjunction</vt:lpstr>
      <vt:lpstr>Two Clauses with a Conjunctive Adverb</vt:lpstr>
      <vt:lpstr>Clarification and Application</vt:lpstr>
      <vt:lpstr>Clarification and Application</vt:lpstr>
      <vt:lpstr>Clarification and Application</vt:lpstr>
      <vt:lpstr>Clarification and Application</vt:lpstr>
      <vt:lpstr>Clarification and Application</vt:lpstr>
      <vt:lpstr>Clarification and Application</vt:lpstr>
      <vt:lpstr>End of Class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2016-07-22T17:40:32Z</dcterms:created>
  <dcterms:modified xsi:type="dcterms:W3CDTF">2025-10-15T20:23:00Z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TC034605139991</vt:lpwstr>
  </property>
</Properties>
</file>